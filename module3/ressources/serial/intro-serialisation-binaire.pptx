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82" r:id="rId3"/>
    <p:sldId id="283" r:id="rId4"/>
    <p:sldId id="284" r:id="rId5"/>
    <p:sldId id="285" r:id="rId6"/>
    <p:sldId id="293" r:id="rId7"/>
    <p:sldId id="257" r:id="rId8"/>
    <p:sldId id="286" r:id="rId9"/>
    <p:sldId id="287" r:id="rId10"/>
    <p:sldId id="288" r:id="rId11"/>
    <p:sldId id="289" r:id="rId12"/>
    <p:sldId id="290" r:id="rId13"/>
    <p:sldId id="291" r:id="rId14"/>
    <p:sldId id="294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0E1C33-336E-4813-80CC-EEA0F6700ECE}" v="61" dt="2021-10-05T22:30:23.3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Style clair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4" d="100"/>
          <a:sy n="84" d="100"/>
        </p:scale>
        <p:origin x="12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aume Courtemanche" userId="35de7e6f-368f-4885-a7a3-546b113bf0d3" providerId="ADAL" clId="{A9906CDF-30C6-4108-8115-A7ECDF19AA98}"/>
    <pc:docChg chg="undo redo custSel addSld delSld modSld sldOrd">
      <pc:chgData name="Guillaume Courtemanche" userId="35de7e6f-368f-4885-a7a3-546b113bf0d3" providerId="ADAL" clId="{A9906CDF-30C6-4108-8115-A7ECDF19AA98}" dt="2021-07-15T19:03:25.904" v="3754" actId="313"/>
      <pc:docMkLst>
        <pc:docMk/>
      </pc:docMkLst>
      <pc:sldChg chg="modSp mod">
        <pc:chgData name="Guillaume Courtemanche" userId="35de7e6f-368f-4885-a7a3-546b113bf0d3" providerId="ADAL" clId="{A9906CDF-30C6-4108-8115-A7ECDF19AA98}" dt="2021-07-15T16:15:43.202" v="37" actId="20577"/>
        <pc:sldMkLst>
          <pc:docMk/>
          <pc:sldMk cId="2713541678" sldId="256"/>
        </pc:sldMkLst>
        <pc:spChg chg="mod">
          <ac:chgData name="Guillaume Courtemanche" userId="35de7e6f-368f-4885-a7a3-546b113bf0d3" providerId="ADAL" clId="{A9906CDF-30C6-4108-8115-A7ECDF19AA98}" dt="2021-07-15T16:15:43.202" v="37" actId="20577"/>
          <ac:spMkLst>
            <pc:docMk/>
            <pc:sldMk cId="2713541678" sldId="256"/>
            <ac:spMk id="2" creationId="{2EEC839D-8E01-432A-A5BF-096D6C649AE7}"/>
          </ac:spMkLst>
        </pc:spChg>
      </pc:sldChg>
      <pc:sldChg chg="del">
        <pc:chgData name="Guillaume Courtemanche" userId="35de7e6f-368f-4885-a7a3-546b113bf0d3" providerId="ADAL" clId="{A9906CDF-30C6-4108-8115-A7ECDF19AA98}" dt="2021-07-15T16:15:26.715" v="0" actId="47"/>
        <pc:sldMkLst>
          <pc:docMk/>
          <pc:sldMk cId="423435877" sldId="257"/>
        </pc:sldMkLst>
      </pc:sldChg>
      <pc:sldChg chg="modSp new mod">
        <pc:chgData name="Guillaume Courtemanche" userId="35de7e6f-368f-4885-a7a3-546b113bf0d3" providerId="ADAL" clId="{A9906CDF-30C6-4108-8115-A7ECDF19AA98}" dt="2021-07-15T16:44:13.161" v="401" actId="20577"/>
        <pc:sldMkLst>
          <pc:docMk/>
          <pc:sldMk cId="596132037" sldId="257"/>
        </pc:sldMkLst>
        <pc:spChg chg="mod">
          <ac:chgData name="Guillaume Courtemanche" userId="35de7e6f-368f-4885-a7a3-546b113bf0d3" providerId="ADAL" clId="{A9906CDF-30C6-4108-8115-A7ECDF19AA98}" dt="2021-07-15T16:42:54.991" v="41" actId="20577"/>
          <ac:spMkLst>
            <pc:docMk/>
            <pc:sldMk cId="596132037" sldId="257"/>
            <ac:spMk id="2" creationId="{E31B0171-0D29-4E44-AAB0-E276A6CBE4D6}"/>
          </ac:spMkLst>
        </pc:spChg>
        <pc:spChg chg="mod">
          <ac:chgData name="Guillaume Courtemanche" userId="35de7e6f-368f-4885-a7a3-546b113bf0d3" providerId="ADAL" clId="{A9906CDF-30C6-4108-8115-A7ECDF19AA98}" dt="2021-07-15T16:44:13.161" v="401" actId="20577"/>
          <ac:spMkLst>
            <pc:docMk/>
            <pc:sldMk cId="596132037" sldId="257"/>
            <ac:spMk id="3" creationId="{A08A27CE-48B6-46C4-9A81-52C960FD7FFA}"/>
          </ac:spMkLst>
        </pc:spChg>
      </pc:sldChg>
      <pc:sldChg chg="del">
        <pc:chgData name="Guillaume Courtemanche" userId="35de7e6f-368f-4885-a7a3-546b113bf0d3" providerId="ADAL" clId="{A9906CDF-30C6-4108-8115-A7ECDF19AA98}" dt="2021-07-15T16:15:26.715" v="0" actId="47"/>
        <pc:sldMkLst>
          <pc:docMk/>
          <pc:sldMk cId="2420190225" sldId="258"/>
        </pc:sldMkLst>
      </pc:sldChg>
      <pc:sldChg chg="modSp new mod">
        <pc:chgData name="Guillaume Courtemanche" userId="35de7e6f-368f-4885-a7a3-546b113bf0d3" providerId="ADAL" clId="{A9906CDF-30C6-4108-8115-A7ECDF19AA98}" dt="2021-07-15T16:45:55.507" v="790" actId="20577"/>
        <pc:sldMkLst>
          <pc:docMk/>
          <pc:sldMk cId="3329160327" sldId="258"/>
        </pc:sldMkLst>
        <pc:spChg chg="mod">
          <ac:chgData name="Guillaume Courtemanche" userId="35de7e6f-368f-4885-a7a3-546b113bf0d3" providerId="ADAL" clId="{A9906CDF-30C6-4108-8115-A7ECDF19AA98}" dt="2021-07-15T16:44:27.627" v="423" actId="20577"/>
          <ac:spMkLst>
            <pc:docMk/>
            <pc:sldMk cId="3329160327" sldId="258"/>
            <ac:spMk id="2" creationId="{9DF87F08-6577-4E0D-BD9A-BF48C9CDC123}"/>
          </ac:spMkLst>
        </pc:spChg>
        <pc:spChg chg="mod">
          <ac:chgData name="Guillaume Courtemanche" userId="35de7e6f-368f-4885-a7a3-546b113bf0d3" providerId="ADAL" clId="{A9906CDF-30C6-4108-8115-A7ECDF19AA98}" dt="2021-07-15T16:45:55.507" v="790" actId="20577"/>
          <ac:spMkLst>
            <pc:docMk/>
            <pc:sldMk cId="3329160327" sldId="258"/>
            <ac:spMk id="3" creationId="{6C47CC55-0E33-40B6-81E7-46064196C1D0}"/>
          </ac:spMkLst>
        </pc:spChg>
      </pc:sldChg>
      <pc:sldChg chg="del">
        <pc:chgData name="Guillaume Courtemanche" userId="35de7e6f-368f-4885-a7a3-546b113bf0d3" providerId="ADAL" clId="{A9906CDF-30C6-4108-8115-A7ECDF19AA98}" dt="2021-07-15T16:15:26.715" v="0" actId="47"/>
        <pc:sldMkLst>
          <pc:docMk/>
          <pc:sldMk cId="72911679" sldId="259"/>
        </pc:sldMkLst>
      </pc:sldChg>
      <pc:sldChg chg="addSp delSp modSp new mod">
        <pc:chgData name="Guillaume Courtemanche" userId="35de7e6f-368f-4885-a7a3-546b113bf0d3" providerId="ADAL" clId="{A9906CDF-30C6-4108-8115-A7ECDF19AA98}" dt="2021-07-15T16:51:10.848" v="824" actId="478"/>
        <pc:sldMkLst>
          <pc:docMk/>
          <pc:sldMk cId="2440086098" sldId="259"/>
        </pc:sldMkLst>
        <pc:spChg chg="mod">
          <ac:chgData name="Guillaume Courtemanche" userId="35de7e6f-368f-4885-a7a3-546b113bf0d3" providerId="ADAL" clId="{A9906CDF-30C6-4108-8115-A7ECDF19AA98}" dt="2021-07-15T16:50:17.387" v="812" actId="20577"/>
          <ac:spMkLst>
            <pc:docMk/>
            <pc:sldMk cId="2440086098" sldId="259"/>
            <ac:spMk id="2" creationId="{B3C9F627-B6FA-493C-805F-951DEC4FE8EC}"/>
          </ac:spMkLst>
        </pc:spChg>
        <pc:spChg chg="del">
          <ac:chgData name="Guillaume Courtemanche" userId="35de7e6f-368f-4885-a7a3-546b113bf0d3" providerId="ADAL" clId="{A9906CDF-30C6-4108-8115-A7ECDF19AA98}" dt="2021-07-15T16:50:20.141" v="813" actId="478"/>
          <ac:spMkLst>
            <pc:docMk/>
            <pc:sldMk cId="2440086098" sldId="259"/>
            <ac:spMk id="3" creationId="{BCC4F079-527E-4F49-BF98-117F82E3FDE3}"/>
          </ac:spMkLst>
        </pc:spChg>
        <pc:spChg chg="add del mod">
          <ac:chgData name="Guillaume Courtemanche" userId="35de7e6f-368f-4885-a7a3-546b113bf0d3" providerId="ADAL" clId="{A9906CDF-30C6-4108-8115-A7ECDF19AA98}" dt="2021-07-15T16:51:10.848" v="824" actId="478"/>
          <ac:spMkLst>
            <pc:docMk/>
            <pc:sldMk cId="2440086098" sldId="259"/>
            <ac:spMk id="4" creationId="{D57EE9FE-B7B3-4807-B50D-1150681437FE}"/>
          </ac:spMkLst>
        </pc:spChg>
        <pc:picChg chg="add mod">
          <ac:chgData name="Guillaume Courtemanche" userId="35de7e6f-368f-4885-a7a3-546b113bf0d3" providerId="ADAL" clId="{A9906CDF-30C6-4108-8115-A7ECDF19AA98}" dt="2021-07-15T16:50:27.324" v="816" actId="1076"/>
          <ac:picMkLst>
            <pc:docMk/>
            <pc:sldMk cId="2440086098" sldId="259"/>
            <ac:picMk id="1026" creationId="{EDAB8F47-3D32-4ADA-B8FE-7F2088A0E9A8}"/>
          </ac:picMkLst>
        </pc:picChg>
      </pc:sldChg>
      <pc:sldChg chg="del">
        <pc:chgData name="Guillaume Courtemanche" userId="35de7e6f-368f-4885-a7a3-546b113bf0d3" providerId="ADAL" clId="{A9906CDF-30C6-4108-8115-A7ECDF19AA98}" dt="2021-07-15T16:15:26.715" v="0" actId="47"/>
        <pc:sldMkLst>
          <pc:docMk/>
          <pc:sldMk cId="825274893" sldId="260"/>
        </pc:sldMkLst>
      </pc:sldChg>
      <pc:sldChg chg="addSp modSp new mod">
        <pc:chgData name="Guillaume Courtemanche" userId="35de7e6f-368f-4885-a7a3-546b113bf0d3" providerId="ADAL" clId="{A9906CDF-30C6-4108-8115-A7ECDF19AA98}" dt="2021-07-15T17:05:46.893" v="1223" actId="5793"/>
        <pc:sldMkLst>
          <pc:docMk/>
          <pc:sldMk cId="3879173751" sldId="260"/>
        </pc:sldMkLst>
        <pc:spChg chg="mod">
          <ac:chgData name="Guillaume Courtemanche" userId="35de7e6f-368f-4885-a7a3-546b113bf0d3" providerId="ADAL" clId="{A9906CDF-30C6-4108-8115-A7ECDF19AA98}" dt="2021-07-15T16:55:20.965" v="940" actId="20577"/>
          <ac:spMkLst>
            <pc:docMk/>
            <pc:sldMk cId="3879173751" sldId="260"/>
            <ac:spMk id="2" creationId="{70E4FD4B-4EEB-46F7-B7F5-E10BAE280C31}"/>
          </ac:spMkLst>
        </pc:spChg>
        <pc:spChg chg="mod">
          <ac:chgData name="Guillaume Courtemanche" userId="35de7e6f-368f-4885-a7a3-546b113bf0d3" providerId="ADAL" clId="{A9906CDF-30C6-4108-8115-A7ECDF19AA98}" dt="2021-07-15T17:05:46.893" v="1223" actId="5793"/>
          <ac:spMkLst>
            <pc:docMk/>
            <pc:sldMk cId="3879173751" sldId="260"/>
            <ac:spMk id="3" creationId="{7C679286-B903-4A21-BDA7-13D54ECD2D63}"/>
          </ac:spMkLst>
        </pc:spChg>
        <pc:spChg chg="add mod">
          <ac:chgData name="Guillaume Courtemanche" userId="35de7e6f-368f-4885-a7a3-546b113bf0d3" providerId="ADAL" clId="{A9906CDF-30C6-4108-8115-A7ECDF19AA98}" dt="2021-07-15T16:56:54.794" v="999" actId="1076"/>
          <ac:spMkLst>
            <pc:docMk/>
            <pc:sldMk cId="3879173751" sldId="260"/>
            <ac:spMk id="4" creationId="{4BF9ECEC-A88F-48C5-BEA7-087FFA08A464}"/>
          </ac:spMkLst>
        </pc:spChg>
        <pc:spChg chg="add mod">
          <ac:chgData name="Guillaume Courtemanche" userId="35de7e6f-368f-4885-a7a3-546b113bf0d3" providerId="ADAL" clId="{A9906CDF-30C6-4108-8115-A7ECDF19AA98}" dt="2021-07-15T17:05:45.829" v="1222" actId="5793"/>
          <ac:spMkLst>
            <pc:docMk/>
            <pc:sldMk cId="3879173751" sldId="260"/>
            <ac:spMk id="5" creationId="{3A09B3B8-7610-4308-AD38-3EB26D0261A4}"/>
          </ac:spMkLst>
        </pc:spChg>
        <pc:spChg chg="add mod">
          <ac:chgData name="Guillaume Courtemanche" userId="35de7e6f-368f-4885-a7a3-546b113bf0d3" providerId="ADAL" clId="{A9906CDF-30C6-4108-8115-A7ECDF19AA98}" dt="2021-07-15T16:58:15.995" v="1123" actId="14100"/>
          <ac:spMkLst>
            <pc:docMk/>
            <pc:sldMk cId="3879173751" sldId="260"/>
            <ac:spMk id="6" creationId="{E97B6F10-C151-4254-9656-CC127708E788}"/>
          </ac:spMkLst>
        </pc:spChg>
        <pc:spChg chg="add mod">
          <ac:chgData name="Guillaume Courtemanche" userId="35de7e6f-368f-4885-a7a3-546b113bf0d3" providerId="ADAL" clId="{A9906CDF-30C6-4108-8115-A7ECDF19AA98}" dt="2021-07-15T17:00:21.400" v="1194" actId="120"/>
          <ac:spMkLst>
            <pc:docMk/>
            <pc:sldMk cId="3879173751" sldId="260"/>
            <ac:spMk id="7" creationId="{487BF54F-8DB3-400B-9C5E-BD9406ABAC82}"/>
          </ac:spMkLst>
        </pc:spChg>
        <pc:spChg chg="add mod">
          <ac:chgData name="Guillaume Courtemanche" userId="35de7e6f-368f-4885-a7a3-546b113bf0d3" providerId="ADAL" clId="{A9906CDF-30C6-4108-8115-A7ECDF19AA98}" dt="2021-07-15T16:59:35.763" v="1185" actId="14100"/>
          <ac:spMkLst>
            <pc:docMk/>
            <pc:sldMk cId="3879173751" sldId="260"/>
            <ac:spMk id="8" creationId="{E4AA6B2A-3C6B-49DB-B7FC-ECEB9919364A}"/>
          </ac:spMkLst>
        </pc:spChg>
        <pc:spChg chg="add mod">
          <ac:chgData name="Guillaume Courtemanche" userId="35de7e6f-368f-4885-a7a3-546b113bf0d3" providerId="ADAL" clId="{A9906CDF-30C6-4108-8115-A7ECDF19AA98}" dt="2021-07-15T16:59:39.693" v="1186" actId="120"/>
          <ac:spMkLst>
            <pc:docMk/>
            <pc:sldMk cId="3879173751" sldId="260"/>
            <ac:spMk id="9" creationId="{4C4969A4-14AA-45FA-8A80-F6CB564930BB}"/>
          </ac:spMkLst>
        </pc:spChg>
        <pc:spChg chg="add mod">
          <ac:chgData name="Guillaume Courtemanche" userId="35de7e6f-368f-4885-a7a3-546b113bf0d3" providerId="ADAL" clId="{A9906CDF-30C6-4108-8115-A7ECDF19AA98}" dt="2021-07-15T16:59:39.693" v="1186" actId="120"/>
          <ac:spMkLst>
            <pc:docMk/>
            <pc:sldMk cId="3879173751" sldId="260"/>
            <ac:spMk id="10" creationId="{BB35C4C7-6689-491E-A5C2-4830A149DE80}"/>
          </ac:spMkLst>
        </pc:spChg>
        <pc:spChg chg="add mod">
          <ac:chgData name="Guillaume Courtemanche" userId="35de7e6f-368f-4885-a7a3-546b113bf0d3" providerId="ADAL" clId="{A9906CDF-30C6-4108-8115-A7ECDF19AA98}" dt="2021-07-15T17:05:44.549" v="1221" actId="5793"/>
          <ac:spMkLst>
            <pc:docMk/>
            <pc:sldMk cId="3879173751" sldId="260"/>
            <ac:spMk id="11" creationId="{8BB565A6-AB5D-47E5-B0FF-49AD5C2554AB}"/>
          </ac:spMkLst>
        </pc:spChg>
      </pc:sldChg>
      <pc:sldChg chg="del">
        <pc:chgData name="Guillaume Courtemanche" userId="35de7e6f-368f-4885-a7a3-546b113bf0d3" providerId="ADAL" clId="{A9906CDF-30C6-4108-8115-A7ECDF19AA98}" dt="2021-07-15T16:15:26.715" v="0" actId="47"/>
        <pc:sldMkLst>
          <pc:docMk/>
          <pc:sldMk cId="157485076" sldId="261"/>
        </pc:sldMkLst>
      </pc:sldChg>
      <pc:sldChg chg="addSp modSp add mod">
        <pc:chgData name="Guillaume Courtemanche" userId="35de7e6f-368f-4885-a7a3-546b113bf0d3" providerId="ADAL" clId="{A9906CDF-30C6-4108-8115-A7ECDF19AA98}" dt="2021-07-15T16:54:42.347" v="919" actId="1076"/>
        <pc:sldMkLst>
          <pc:docMk/>
          <pc:sldMk cId="3769889391" sldId="261"/>
        </pc:sldMkLst>
        <pc:spChg chg="add mod">
          <ac:chgData name="Guillaume Courtemanche" userId="35de7e6f-368f-4885-a7a3-546b113bf0d3" providerId="ADAL" clId="{A9906CDF-30C6-4108-8115-A7ECDF19AA98}" dt="2021-07-15T16:52:18.764" v="845" actId="1076"/>
          <ac:spMkLst>
            <pc:docMk/>
            <pc:sldMk cId="3769889391" sldId="261"/>
            <ac:spMk id="3" creationId="{AFD05D0E-1CB2-42AA-83F4-AA876CC3E2EE}"/>
          </ac:spMkLst>
        </pc:spChg>
        <pc:spChg chg="mod">
          <ac:chgData name="Guillaume Courtemanche" userId="35de7e6f-368f-4885-a7a3-546b113bf0d3" providerId="ADAL" clId="{A9906CDF-30C6-4108-8115-A7ECDF19AA98}" dt="2021-07-15T16:51:59.437" v="840" actId="208"/>
          <ac:spMkLst>
            <pc:docMk/>
            <pc:sldMk cId="3769889391" sldId="261"/>
            <ac:spMk id="4" creationId="{D57EE9FE-B7B3-4807-B50D-1150681437FE}"/>
          </ac:spMkLst>
        </pc:spChg>
        <pc:spChg chg="add mod">
          <ac:chgData name="Guillaume Courtemanche" userId="35de7e6f-368f-4885-a7a3-546b113bf0d3" providerId="ADAL" clId="{A9906CDF-30C6-4108-8115-A7ECDF19AA98}" dt="2021-07-15T16:52:36.041" v="848" actId="14100"/>
          <ac:spMkLst>
            <pc:docMk/>
            <pc:sldMk cId="3769889391" sldId="261"/>
            <ac:spMk id="9" creationId="{B35232F3-E415-4BBC-8DA3-1E51B20CB442}"/>
          </ac:spMkLst>
        </pc:spChg>
        <pc:spChg chg="add mod">
          <ac:chgData name="Guillaume Courtemanche" userId="35de7e6f-368f-4885-a7a3-546b113bf0d3" providerId="ADAL" clId="{A9906CDF-30C6-4108-8115-A7ECDF19AA98}" dt="2021-07-15T16:52:53.153" v="871" actId="1076"/>
          <ac:spMkLst>
            <pc:docMk/>
            <pc:sldMk cId="3769889391" sldId="261"/>
            <ac:spMk id="10" creationId="{EE88040E-E9F2-447C-BE9B-63B1D74D32E8}"/>
          </ac:spMkLst>
        </pc:spChg>
        <pc:spChg chg="add mod">
          <ac:chgData name="Guillaume Courtemanche" userId="35de7e6f-368f-4885-a7a3-546b113bf0d3" providerId="ADAL" clId="{A9906CDF-30C6-4108-8115-A7ECDF19AA98}" dt="2021-07-15T16:53:21.700" v="879" actId="14100"/>
          <ac:spMkLst>
            <pc:docMk/>
            <pc:sldMk cId="3769889391" sldId="261"/>
            <ac:spMk id="14" creationId="{7E91C19B-93F8-4871-B14F-E83AA2480565}"/>
          </ac:spMkLst>
        </pc:spChg>
        <pc:spChg chg="add mod">
          <ac:chgData name="Guillaume Courtemanche" userId="35de7e6f-368f-4885-a7a3-546b113bf0d3" providerId="ADAL" clId="{A9906CDF-30C6-4108-8115-A7ECDF19AA98}" dt="2021-07-15T16:53:40.390" v="894" actId="1076"/>
          <ac:spMkLst>
            <pc:docMk/>
            <pc:sldMk cId="3769889391" sldId="261"/>
            <ac:spMk id="15" creationId="{9FADF4FF-84E7-42BC-8E02-023AF808634C}"/>
          </ac:spMkLst>
        </pc:spChg>
        <pc:spChg chg="add mod">
          <ac:chgData name="Guillaume Courtemanche" userId="35de7e6f-368f-4885-a7a3-546b113bf0d3" providerId="ADAL" clId="{A9906CDF-30C6-4108-8115-A7ECDF19AA98}" dt="2021-07-15T16:53:52.356" v="899" actId="14100"/>
          <ac:spMkLst>
            <pc:docMk/>
            <pc:sldMk cId="3769889391" sldId="261"/>
            <ac:spMk id="20" creationId="{DDC5DF54-1F7E-459C-9009-F31DF572990B}"/>
          </ac:spMkLst>
        </pc:spChg>
        <pc:spChg chg="add mod">
          <ac:chgData name="Guillaume Courtemanche" userId="35de7e6f-368f-4885-a7a3-546b113bf0d3" providerId="ADAL" clId="{A9906CDF-30C6-4108-8115-A7ECDF19AA98}" dt="2021-07-15T16:54:42.347" v="919" actId="1076"/>
          <ac:spMkLst>
            <pc:docMk/>
            <pc:sldMk cId="3769889391" sldId="261"/>
            <ac:spMk id="21" creationId="{B4A047C0-D60D-4DEE-9372-C1AA469847FB}"/>
          </ac:spMkLst>
        </pc:spChg>
        <pc:picChg chg="mod">
          <ac:chgData name="Guillaume Courtemanche" userId="35de7e6f-368f-4885-a7a3-546b113bf0d3" providerId="ADAL" clId="{A9906CDF-30C6-4108-8115-A7ECDF19AA98}" dt="2021-07-15T16:53:45.737" v="897" actId="1076"/>
          <ac:picMkLst>
            <pc:docMk/>
            <pc:sldMk cId="3769889391" sldId="261"/>
            <ac:picMk id="1026" creationId="{EDAB8F47-3D32-4ADA-B8FE-7F2088A0E9A8}"/>
          </ac:picMkLst>
        </pc:picChg>
        <pc:cxnChg chg="add mod">
          <ac:chgData name="Guillaume Courtemanche" userId="35de7e6f-368f-4885-a7a3-546b113bf0d3" providerId="ADAL" clId="{A9906CDF-30C6-4108-8115-A7ECDF19AA98}" dt="2021-07-15T16:52:18.764" v="845" actId="1076"/>
          <ac:cxnSpMkLst>
            <pc:docMk/>
            <pc:sldMk cId="3769889391" sldId="261"/>
            <ac:cxnSpMk id="6" creationId="{884B46D5-2B8C-4DBF-9397-9FD058F0E05F}"/>
          </ac:cxnSpMkLst>
        </pc:cxnChg>
        <pc:cxnChg chg="add mod">
          <ac:chgData name="Guillaume Courtemanche" userId="35de7e6f-368f-4885-a7a3-546b113bf0d3" providerId="ADAL" clId="{A9906CDF-30C6-4108-8115-A7ECDF19AA98}" dt="2021-07-15T16:53:00.597" v="875" actId="33986"/>
          <ac:cxnSpMkLst>
            <pc:docMk/>
            <pc:sldMk cId="3769889391" sldId="261"/>
            <ac:cxnSpMk id="11" creationId="{2F4AD915-ED5A-4C79-AB71-5B92F290F5F8}"/>
          </ac:cxnSpMkLst>
        </pc:cxnChg>
        <pc:cxnChg chg="add mod">
          <ac:chgData name="Guillaume Courtemanche" userId="35de7e6f-368f-4885-a7a3-546b113bf0d3" providerId="ADAL" clId="{A9906CDF-30C6-4108-8115-A7ECDF19AA98}" dt="2021-07-15T16:53:40.390" v="894" actId="1076"/>
          <ac:cxnSpMkLst>
            <pc:docMk/>
            <pc:sldMk cId="3769889391" sldId="261"/>
            <ac:cxnSpMk id="16" creationId="{2C1ED693-66D4-4D23-86DC-03F533C2DA08}"/>
          </ac:cxnSpMkLst>
        </pc:cxnChg>
        <pc:cxnChg chg="add mod">
          <ac:chgData name="Guillaume Courtemanche" userId="35de7e6f-368f-4885-a7a3-546b113bf0d3" providerId="ADAL" clId="{A9906CDF-30C6-4108-8115-A7ECDF19AA98}" dt="2021-07-15T16:54:42.347" v="919" actId="1076"/>
          <ac:cxnSpMkLst>
            <pc:docMk/>
            <pc:sldMk cId="3769889391" sldId="261"/>
            <ac:cxnSpMk id="22" creationId="{AE8BC346-2711-4FF1-8272-4283DA5AD1EB}"/>
          </ac:cxnSpMkLst>
        </pc:cxnChg>
      </pc:sldChg>
      <pc:sldChg chg="del">
        <pc:chgData name="Guillaume Courtemanche" userId="35de7e6f-368f-4885-a7a3-546b113bf0d3" providerId="ADAL" clId="{A9906CDF-30C6-4108-8115-A7ECDF19AA98}" dt="2021-07-15T16:15:26.715" v="0" actId="47"/>
        <pc:sldMkLst>
          <pc:docMk/>
          <pc:sldMk cId="3912664393" sldId="262"/>
        </pc:sldMkLst>
      </pc:sldChg>
      <pc:sldChg chg="addSp delSp modSp new mod">
        <pc:chgData name="Guillaume Courtemanche" userId="35de7e6f-368f-4885-a7a3-546b113bf0d3" providerId="ADAL" clId="{A9906CDF-30C6-4108-8115-A7ECDF19AA98}" dt="2021-07-15T17:09:09.923" v="1608" actId="20577"/>
        <pc:sldMkLst>
          <pc:docMk/>
          <pc:sldMk cId="4184272371" sldId="262"/>
        </pc:sldMkLst>
        <pc:spChg chg="mod">
          <ac:chgData name="Guillaume Courtemanche" userId="35de7e6f-368f-4885-a7a3-546b113bf0d3" providerId="ADAL" clId="{A9906CDF-30C6-4108-8115-A7ECDF19AA98}" dt="2021-07-15T17:06:11.493" v="1256" actId="20577"/>
          <ac:spMkLst>
            <pc:docMk/>
            <pc:sldMk cId="4184272371" sldId="262"/>
            <ac:spMk id="2" creationId="{CD8D745B-B5D9-41D3-BB66-4321141BB156}"/>
          </ac:spMkLst>
        </pc:spChg>
        <pc:spChg chg="del">
          <ac:chgData name="Guillaume Courtemanche" userId="35de7e6f-368f-4885-a7a3-546b113bf0d3" providerId="ADAL" clId="{A9906CDF-30C6-4108-8115-A7ECDF19AA98}" dt="2021-07-15T17:06:43.115" v="1257" actId="3680"/>
          <ac:spMkLst>
            <pc:docMk/>
            <pc:sldMk cId="4184272371" sldId="262"/>
            <ac:spMk id="3" creationId="{83F3BF91-D8E0-4D3E-9FEA-1F99D24A2991}"/>
          </ac:spMkLst>
        </pc:spChg>
        <pc:spChg chg="add mod">
          <ac:chgData name="Guillaume Courtemanche" userId="35de7e6f-368f-4885-a7a3-546b113bf0d3" providerId="ADAL" clId="{A9906CDF-30C6-4108-8115-A7ECDF19AA98}" dt="2021-07-15T17:09:09.923" v="1608" actId="20577"/>
          <ac:spMkLst>
            <pc:docMk/>
            <pc:sldMk cId="4184272371" sldId="262"/>
            <ac:spMk id="5" creationId="{436C56D8-6BEE-48B7-BDED-1AB09008725F}"/>
          </ac:spMkLst>
        </pc:spChg>
        <pc:graphicFrameChg chg="add mod ord modGraphic">
          <ac:chgData name="Guillaume Courtemanche" userId="35de7e6f-368f-4885-a7a3-546b113bf0d3" providerId="ADAL" clId="{A9906CDF-30C6-4108-8115-A7ECDF19AA98}" dt="2021-07-15T17:08:10.715" v="1365" actId="1076"/>
          <ac:graphicFrameMkLst>
            <pc:docMk/>
            <pc:sldMk cId="4184272371" sldId="262"/>
            <ac:graphicFrameMk id="4" creationId="{19E725B0-D525-42DB-BB6A-455002D38365}"/>
          </ac:graphicFrameMkLst>
        </pc:graphicFrameChg>
      </pc:sldChg>
      <pc:sldChg chg="addSp modSp new mod">
        <pc:chgData name="Guillaume Courtemanche" userId="35de7e6f-368f-4885-a7a3-546b113bf0d3" providerId="ADAL" clId="{A9906CDF-30C6-4108-8115-A7ECDF19AA98}" dt="2021-07-15T17:11:10.365" v="1898" actId="20577"/>
        <pc:sldMkLst>
          <pc:docMk/>
          <pc:sldMk cId="2045084023" sldId="263"/>
        </pc:sldMkLst>
        <pc:spChg chg="mod">
          <ac:chgData name="Guillaume Courtemanche" userId="35de7e6f-368f-4885-a7a3-546b113bf0d3" providerId="ADAL" clId="{A9906CDF-30C6-4108-8115-A7ECDF19AA98}" dt="2021-07-15T17:09:18.565" v="1617" actId="20577"/>
          <ac:spMkLst>
            <pc:docMk/>
            <pc:sldMk cId="2045084023" sldId="263"/>
            <ac:spMk id="2" creationId="{8F98E61D-0C2E-4D81-833B-487AF5F9CDA6}"/>
          </ac:spMkLst>
        </pc:spChg>
        <pc:spChg chg="mod">
          <ac:chgData name="Guillaume Courtemanche" userId="35de7e6f-368f-4885-a7a3-546b113bf0d3" providerId="ADAL" clId="{A9906CDF-30C6-4108-8115-A7ECDF19AA98}" dt="2021-07-15T17:11:10.365" v="1898" actId="20577"/>
          <ac:spMkLst>
            <pc:docMk/>
            <pc:sldMk cId="2045084023" sldId="263"/>
            <ac:spMk id="3" creationId="{B010EB70-8EE5-4738-9BFB-E9A5227A11B9}"/>
          </ac:spMkLst>
        </pc:spChg>
        <pc:picChg chg="add mod">
          <ac:chgData name="Guillaume Courtemanche" userId="35de7e6f-368f-4885-a7a3-546b113bf0d3" providerId="ADAL" clId="{A9906CDF-30C6-4108-8115-A7ECDF19AA98}" dt="2021-07-15T17:10:18.542" v="1740" actId="1076"/>
          <ac:picMkLst>
            <pc:docMk/>
            <pc:sldMk cId="2045084023" sldId="263"/>
            <ac:picMk id="2050" creationId="{39166B02-3026-47DA-AC68-FFBC03E8D9FB}"/>
          </ac:picMkLst>
        </pc:picChg>
      </pc:sldChg>
      <pc:sldChg chg="del">
        <pc:chgData name="Guillaume Courtemanche" userId="35de7e6f-368f-4885-a7a3-546b113bf0d3" providerId="ADAL" clId="{A9906CDF-30C6-4108-8115-A7ECDF19AA98}" dt="2021-07-15T16:15:26.715" v="0" actId="47"/>
        <pc:sldMkLst>
          <pc:docMk/>
          <pc:sldMk cId="3559324625" sldId="263"/>
        </pc:sldMkLst>
      </pc:sldChg>
      <pc:sldChg chg="addSp modSp new mod">
        <pc:chgData name="Guillaume Courtemanche" userId="35de7e6f-368f-4885-a7a3-546b113bf0d3" providerId="ADAL" clId="{A9906CDF-30C6-4108-8115-A7ECDF19AA98}" dt="2021-07-15T17:22:51.179" v="2224" actId="20577"/>
        <pc:sldMkLst>
          <pc:docMk/>
          <pc:sldMk cId="679821334" sldId="264"/>
        </pc:sldMkLst>
        <pc:spChg chg="mod">
          <ac:chgData name="Guillaume Courtemanche" userId="35de7e6f-368f-4885-a7a3-546b113bf0d3" providerId="ADAL" clId="{A9906CDF-30C6-4108-8115-A7ECDF19AA98}" dt="2021-07-15T17:12:07.297" v="1910" actId="20577"/>
          <ac:spMkLst>
            <pc:docMk/>
            <pc:sldMk cId="679821334" sldId="264"/>
            <ac:spMk id="2" creationId="{F15D6F64-5888-47B9-92C5-19A965ED04FE}"/>
          </ac:spMkLst>
        </pc:spChg>
        <pc:spChg chg="mod">
          <ac:chgData name="Guillaume Courtemanche" userId="35de7e6f-368f-4885-a7a3-546b113bf0d3" providerId="ADAL" clId="{A9906CDF-30C6-4108-8115-A7ECDF19AA98}" dt="2021-07-15T17:22:51.179" v="2224" actId="20577"/>
          <ac:spMkLst>
            <pc:docMk/>
            <pc:sldMk cId="679821334" sldId="264"/>
            <ac:spMk id="3" creationId="{45E134DB-9ACB-4DC6-B467-16FD68D598AC}"/>
          </ac:spMkLst>
        </pc:spChg>
        <pc:picChg chg="add mod">
          <ac:chgData name="Guillaume Courtemanche" userId="35de7e6f-368f-4885-a7a3-546b113bf0d3" providerId="ADAL" clId="{A9906CDF-30C6-4108-8115-A7ECDF19AA98}" dt="2021-07-15T17:21:13.046" v="2003" actId="1076"/>
          <ac:picMkLst>
            <pc:docMk/>
            <pc:sldMk cId="679821334" sldId="264"/>
            <ac:picMk id="5" creationId="{A601537C-C12D-487E-875C-E9C35C135B0F}"/>
          </ac:picMkLst>
        </pc:picChg>
      </pc:sldChg>
      <pc:sldChg chg="del">
        <pc:chgData name="Guillaume Courtemanche" userId="35de7e6f-368f-4885-a7a3-546b113bf0d3" providerId="ADAL" clId="{A9906CDF-30C6-4108-8115-A7ECDF19AA98}" dt="2021-07-15T16:15:26.715" v="0" actId="47"/>
        <pc:sldMkLst>
          <pc:docMk/>
          <pc:sldMk cId="1636141672" sldId="264"/>
        </pc:sldMkLst>
      </pc:sldChg>
      <pc:sldChg chg="addSp modSp new mod">
        <pc:chgData name="Guillaume Courtemanche" userId="35de7e6f-368f-4885-a7a3-546b113bf0d3" providerId="ADAL" clId="{A9906CDF-30C6-4108-8115-A7ECDF19AA98}" dt="2021-07-15T17:40:38.286" v="3306" actId="20577"/>
        <pc:sldMkLst>
          <pc:docMk/>
          <pc:sldMk cId="482249064" sldId="265"/>
        </pc:sldMkLst>
        <pc:spChg chg="mod">
          <ac:chgData name="Guillaume Courtemanche" userId="35de7e6f-368f-4885-a7a3-546b113bf0d3" providerId="ADAL" clId="{A9906CDF-30C6-4108-8115-A7ECDF19AA98}" dt="2021-07-15T17:34:03.451" v="2237" actId="20577"/>
          <ac:spMkLst>
            <pc:docMk/>
            <pc:sldMk cId="482249064" sldId="265"/>
            <ac:spMk id="2" creationId="{62BC3D8B-F321-4B35-AFB8-7F916B1B724D}"/>
          </ac:spMkLst>
        </pc:spChg>
        <pc:spChg chg="mod">
          <ac:chgData name="Guillaume Courtemanche" userId="35de7e6f-368f-4885-a7a3-546b113bf0d3" providerId="ADAL" clId="{A9906CDF-30C6-4108-8115-A7ECDF19AA98}" dt="2021-07-15T17:40:38.286" v="3306" actId="20577"/>
          <ac:spMkLst>
            <pc:docMk/>
            <pc:sldMk cId="482249064" sldId="265"/>
            <ac:spMk id="3" creationId="{497C2D5E-54B6-4D39-82B3-0CCDEE5B519E}"/>
          </ac:spMkLst>
        </pc:spChg>
        <pc:picChg chg="add mod">
          <ac:chgData name="Guillaume Courtemanche" userId="35de7e6f-368f-4885-a7a3-546b113bf0d3" providerId="ADAL" clId="{A9906CDF-30C6-4108-8115-A7ECDF19AA98}" dt="2021-07-15T17:34:10.287" v="2240" actId="1076"/>
          <ac:picMkLst>
            <pc:docMk/>
            <pc:sldMk cId="482249064" sldId="265"/>
            <ac:picMk id="5" creationId="{AAD9951E-8952-42A1-9E81-30B071452485}"/>
          </ac:picMkLst>
        </pc:picChg>
      </pc:sldChg>
      <pc:sldChg chg="del">
        <pc:chgData name="Guillaume Courtemanche" userId="35de7e6f-368f-4885-a7a3-546b113bf0d3" providerId="ADAL" clId="{A9906CDF-30C6-4108-8115-A7ECDF19AA98}" dt="2021-07-15T16:15:26.715" v="0" actId="47"/>
        <pc:sldMkLst>
          <pc:docMk/>
          <pc:sldMk cId="2331561103" sldId="265"/>
        </pc:sldMkLst>
      </pc:sldChg>
      <pc:sldChg chg="del">
        <pc:chgData name="Guillaume Courtemanche" userId="35de7e6f-368f-4885-a7a3-546b113bf0d3" providerId="ADAL" clId="{A9906CDF-30C6-4108-8115-A7ECDF19AA98}" dt="2021-07-15T16:15:26.715" v="0" actId="47"/>
        <pc:sldMkLst>
          <pc:docMk/>
          <pc:sldMk cId="869069254" sldId="266"/>
        </pc:sldMkLst>
      </pc:sldChg>
      <pc:sldChg chg="modSp add mod">
        <pc:chgData name="Guillaume Courtemanche" userId="35de7e6f-368f-4885-a7a3-546b113bf0d3" providerId="ADAL" clId="{A9906CDF-30C6-4108-8115-A7ECDF19AA98}" dt="2021-07-15T17:37:37.047" v="3002" actId="20577"/>
        <pc:sldMkLst>
          <pc:docMk/>
          <pc:sldMk cId="963562721" sldId="266"/>
        </pc:sldMkLst>
        <pc:spChg chg="mod">
          <ac:chgData name="Guillaume Courtemanche" userId="35de7e6f-368f-4885-a7a3-546b113bf0d3" providerId="ADAL" clId="{A9906CDF-30C6-4108-8115-A7ECDF19AA98}" dt="2021-07-15T17:37:37.047" v="3002" actId="20577"/>
          <ac:spMkLst>
            <pc:docMk/>
            <pc:sldMk cId="963562721" sldId="266"/>
            <ac:spMk id="3" creationId="{497C2D5E-54B6-4D39-82B3-0CCDEE5B519E}"/>
          </ac:spMkLst>
        </pc:spChg>
      </pc:sldChg>
      <pc:sldChg chg="addSp delSp modSp add mod ord">
        <pc:chgData name="Guillaume Courtemanche" userId="35de7e6f-368f-4885-a7a3-546b113bf0d3" providerId="ADAL" clId="{A9906CDF-30C6-4108-8115-A7ECDF19AA98}" dt="2021-07-15T17:40:31.295" v="3305"/>
        <pc:sldMkLst>
          <pc:docMk/>
          <pc:sldMk cId="770794586" sldId="267"/>
        </pc:sldMkLst>
        <pc:spChg chg="del mod">
          <ac:chgData name="Guillaume Courtemanche" userId="35de7e6f-368f-4885-a7a3-546b113bf0d3" providerId="ADAL" clId="{A9906CDF-30C6-4108-8115-A7ECDF19AA98}" dt="2021-07-15T17:39:59.031" v="3297" actId="478"/>
          <ac:spMkLst>
            <pc:docMk/>
            <pc:sldMk cId="770794586" sldId="267"/>
            <ac:spMk id="3" creationId="{497C2D5E-54B6-4D39-82B3-0CCDEE5B519E}"/>
          </ac:spMkLst>
        </pc:spChg>
        <pc:spChg chg="add del mod">
          <ac:chgData name="Guillaume Courtemanche" userId="35de7e6f-368f-4885-a7a3-546b113bf0d3" providerId="ADAL" clId="{A9906CDF-30C6-4108-8115-A7ECDF19AA98}" dt="2021-07-15T17:40:00.491" v="3298" actId="478"/>
          <ac:spMkLst>
            <pc:docMk/>
            <pc:sldMk cId="770794586" sldId="267"/>
            <ac:spMk id="7" creationId="{FBF34296-3C41-4931-8CB5-EE4E0022FD5C}"/>
          </ac:spMkLst>
        </pc:spChg>
        <pc:graphicFrameChg chg="add mod modGraphic">
          <ac:chgData name="Guillaume Courtemanche" userId="35de7e6f-368f-4885-a7a3-546b113bf0d3" providerId="ADAL" clId="{A9906CDF-30C6-4108-8115-A7ECDF19AA98}" dt="2021-07-15T17:40:17.966" v="3303" actId="121"/>
          <ac:graphicFrameMkLst>
            <pc:docMk/>
            <pc:sldMk cId="770794586" sldId="267"/>
            <ac:graphicFrameMk id="4" creationId="{C680A179-016C-4568-B1A8-2B9C86C0CA69}"/>
          </ac:graphicFrameMkLst>
        </pc:graphicFrameChg>
        <pc:picChg chg="del">
          <ac:chgData name="Guillaume Courtemanche" userId="35de7e6f-368f-4885-a7a3-546b113bf0d3" providerId="ADAL" clId="{A9906CDF-30C6-4108-8115-A7ECDF19AA98}" dt="2021-07-15T17:37:44.980" v="3004" actId="478"/>
          <ac:picMkLst>
            <pc:docMk/>
            <pc:sldMk cId="770794586" sldId="267"/>
            <ac:picMk id="5" creationId="{AAD9951E-8952-42A1-9E81-30B071452485}"/>
          </ac:picMkLst>
        </pc:picChg>
      </pc:sldChg>
      <pc:sldChg chg="del">
        <pc:chgData name="Guillaume Courtemanche" userId="35de7e6f-368f-4885-a7a3-546b113bf0d3" providerId="ADAL" clId="{A9906CDF-30C6-4108-8115-A7ECDF19AA98}" dt="2021-07-15T16:15:26.715" v="0" actId="47"/>
        <pc:sldMkLst>
          <pc:docMk/>
          <pc:sldMk cId="2371390306" sldId="267"/>
        </pc:sldMkLst>
      </pc:sldChg>
      <pc:sldChg chg="addSp modSp new mod">
        <pc:chgData name="Guillaume Courtemanche" userId="35de7e6f-368f-4885-a7a3-546b113bf0d3" providerId="ADAL" clId="{A9906CDF-30C6-4108-8115-A7ECDF19AA98}" dt="2021-07-15T19:03:25.904" v="3754" actId="313"/>
        <pc:sldMkLst>
          <pc:docMk/>
          <pc:sldMk cId="421283044" sldId="268"/>
        </pc:sldMkLst>
        <pc:spChg chg="mod">
          <ac:chgData name="Guillaume Courtemanche" userId="35de7e6f-368f-4885-a7a3-546b113bf0d3" providerId="ADAL" clId="{A9906CDF-30C6-4108-8115-A7ECDF19AA98}" dt="2021-07-15T18:54:33.969" v="3333" actId="20577"/>
          <ac:spMkLst>
            <pc:docMk/>
            <pc:sldMk cId="421283044" sldId="268"/>
            <ac:spMk id="2" creationId="{E6641D2A-E7D4-4D3B-9569-597CF5AB4172}"/>
          </ac:spMkLst>
        </pc:spChg>
        <pc:spChg chg="mod">
          <ac:chgData name="Guillaume Courtemanche" userId="35de7e6f-368f-4885-a7a3-546b113bf0d3" providerId="ADAL" clId="{A9906CDF-30C6-4108-8115-A7ECDF19AA98}" dt="2021-07-15T19:03:25.904" v="3754" actId="313"/>
          <ac:spMkLst>
            <pc:docMk/>
            <pc:sldMk cId="421283044" sldId="268"/>
            <ac:spMk id="3" creationId="{E6EFBD09-2848-409A-99DE-D29D932D835F}"/>
          </ac:spMkLst>
        </pc:spChg>
        <pc:picChg chg="add mod">
          <ac:chgData name="Guillaume Courtemanche" userId="35de7e6f-368f-4885-a7a3-546b113bf0d3" providerId="ADAL" clId="{A9906CDF-30C6-4108-8115-A7ECDF19AA98}" dt="2021-07-15T19:02:45.737" v="3586" actId="1076"/>
          <ac:picMkLst>
            <pc:docMk/>
            <pc:sldMk cId="421283044" sldId="268"/>
            <ac:picMk id="5" creationId="{A87DE4DD-3CD9-4817-9209-B1660FA9B411}"/>
          </ac:picMkLst>
        </pc:picChg>
      </pc:sldChg>
      <pc:sldChg chg="del">
        <pc:chgData name="Guillaume Courtemanche" userId="35de7e6f-368f-4885-a7a3-546b113bf0d3" providerId="ADAL" clId="{A9906CDF-30C6-4108-8115-A7ECDF19AA98}" dt="2021-07-15T16:15:26.715" v="0" actId="47"/>
        <pc:sldMkLst>
          <pc:docMk/>
          <pc:sldMk cId="3208460944" sldId="268"/>
        </pc:sldMkLst>
      </pc:sldChg>
      <pc:sldChg chg="del">
        <pc:chgData name="Guillaume Courtemanche" userId="35de7e6f-368f-4885-a7a3-546b113bf0d3" providerId="ADAL" clId="{A9906CDF-30C6-4108-8115-A7ECDF19AA98}" dt="2021-07-15T16:15:26.715" v="0" actId="47"/>
        <pc:sldMkLst>
          <pc:docMk/>
          <pc:sldMk cId="1309013430" sldId="269"/>
        </pc:sldMkLst>
      </pc:sldChg>
      <pc:sldChg chg="del">
        <pc:chgData name="Guillaume Courtemanche" userId="35de7e6f-368f-4885-a7a3-546b113bf0d3" providerId="ADAL" clId="{A9906CDF-30C6-4108-8115-A7ECDF19AA98}" dt="2021-07-15T16:15:26.715" v="0" actId="47"/>
        <pc:sldMkLst>
          <pc:docMk/>
          <pc:sldMk cId="1813595948" sldId="270"/>
        </pc:sldMkLst>
      </pc:sldChg>
      <pc:sldChg chg="del">
        <pc:chgData name="Guillaume Courtemanche" userId="35de7e6f-368f-4885-a7a3-546b113bf0d3" providerId="ADAL" clId="{A9906CDF-30C6-4108-8115-A7ECDF19AA98}" dt="2021-07-15T16:15:26.715" v="0" actId="47"/>
        <pc:sldMkLst>
          <pc:docMk/>
          <pc:sldMk cId="778962176" sldId="271"/>
        </pc:sldMkLst>
      </pc:sldChg>
      <pc:sldChg chg="del">
        <pc:chgData name="Guillaume Courtemanche" userId="35de7e6f-368f-4885-a7a3-546b113bf0d3" providerId="ADAL" clId="{A9906CDF-30C6-4108-8115-A7ECDF19AA98}" dt="2021-07-15T16:15:26.715" v="0" actId="47"/>
        <pc:sldMkLst>
          <pc:docMk/>
          <pc:sldMk cId="3250430955" sldId="272"/>
        </pc:sldMkLst>
      </pc:sldChg>
      <pc:sldChg chg="del">
        <pc:chgData name="Guillaume Courtemanche" userId="35de7e6f-368f-4885-a7a3-546b113bf0d3" providerId="ADAL" clId="{A9906CDF-30C6-4108-8115-A7ECDF19AA98}" dt="2021-07-15T16:15:26.715" v="0" actId="47"/>
        <pc:sldMkLst>
          <pc:docMk/>
          <pc:sldMk cId="2466030381" sldId="273"/>
        </pc:sldMkLst>
      </pc:sldChg>
      <pc:sldChg chg="del">
        <pc:chgData name="Guillaume Courtemanche" userId="35de7e6f-368f-4885-a7a3-546b113bf0d3" providerId="ADAL" clId="{A9906CDF-30C6-4108-8115-A7ECDF19AA98}" dt="2021-07-15T16:15:26.715" v="0" actId="47"/>
        <pc:sldMkLst>
          <pc:docMk/>
          <pc:sldMk cId="155508589" sldId="274"/>
        </pc:sldMkLst>
      </pc:sldChg>
      <pc:sldChg chg="del">
        <pc:chgData name="Guillaume Courtemanche" userId="35de7e6f-368f-4885-a7a3-546b113bf0d3" providerId="ADAL" clId="{A9906CDF-30C6-4108-8115-A7ECDF19AA98}" dt="2021-07-15T16:15:26.715" v="0" actId="47"/>
        <pc:sldMkLst>
          <pc:docMk/>
          <pc:sldMk cId="2723771764" sldId="275"/>
        </pc:sldMkLst>
      </pc:sldChg>
      <pc:sldChg chg="del">
        <pc:chgData name="Guillaume Courtemanche" userId="35de7e6f-368f-4885-a7a3-546b113bf0d3" providerId="ADAL" clId="{A9906CDF-30C6-4108-8115-A7ECDF19AA98}" dt="2021-07-15T16:15:26.715" v="0" actId="47"/>
        <pc:sldMkLst>
          <pc:docMk/>
          <pc:sldMk cId="2537053906" sldId="276"/>
        </pc:sldMkLst>
      </pc:sldChg>
      <pc:sldChg chg="del">
        <pc:chgData name="Guillaume Courtemanche" userId="35de7e6f-368f-4885-a7a3-546b113bf0d3" providerId="ADAL" clId="{A9906CDF-30C6-4108-8115-A7ECDF19AA98}" dt="2021-07-15T16:15:26.715" v="0" actId="47"/>
        <pc:sldMkLst>
          <pc:docMk/>
          <pc:sldMk cId="2694183028" sldId="277"/>
        </pc:sldMkLst>
      </pc:sldChg>
      <pc:sldChg chg="del">
        <pc:chgData name="Guillaume Courtemanche" userId="35de7e6f-368f-4885-a7a3-546b113bf0d3" providerId="ADAL" clId="{A9906CDF-30C6-4108-8115-A7ECDF19AA98}" dt="2021-07-15T16:15:26.715" v="0" actId="47"/>
        <pc:sldMkLst>
          <pc:docMk/>
          <pc:sldMk cId="2579672851" sldId="278"/>
        </pc:sldMkLst>
      </pc:sldChg>
      <pc:sldChg chg="del">
        <pc:chgData name="Guillaume Courtemanche" userId="35de7e6f-368f-4885-a7a3-546b113bf0d3" providerId="ADAL" clId="{A9906CDF-30C6-4108-8115-A7ECDF19AA98}" dt="2021-07-15T16:15:26.715" v="0" actId="47"/>
        <pc:sldMkLst>
          <pc:docMk/>
          <pc:sldMk cId="661592166" sldId="279"/>
        </pc:sldMkLst>
      </pc:sldChg>
      <pc:sldChg chg="del">
        <pc:chgData name="Guillaume Courtemanche" userId="35de7e6f-368f-4885-a7a3-546b113bf0d3" providerId="ADAL" clId="{A9906CDF-30C6-4108-8115-A7ECDF19AA98}" dt="2021-07-15T16:15:26.715" v="0" actId="47"/>
        <pc:sldMkLst>
          <pc:docMk/>
          <pc:sldMk cId="2802023093" sldId="280"/>
        </pc:sldMkLst>
      </pc:sldChg>
      <pc:sldChg chg="del">
        <pc:chgData name="Guillaume Courtemanche" userId="35de7e6f-368f-4885-a7a3-546b113bf0d3" providerId="ADAL" clId="{A9906CDF-30C6-4108-8115-A7ECDF19AA98}" dt="2021-07-15T16:15:26.715" v="0" actId="47"/>
        <pc:sldMkLst>
          <pc:docMk/>
          <pc:sldMk cId="627120172" sldId="281"/>
        </pc:sldMkLst>
      </pc:sldChg>
      <pc:sldChg chg="del">
        <pc:chgData name="Guillaume Courtemanche" userId="35de7e6f-368f-4885-a7a3-546b113bf0d3" providerId="ADAL" clId="{A9906CDF-30C6-4108-8115-A7ECDF19AA98}" dt="2021-07-15T16:15:26.715" v="0" actId="47"/>
        <pc:sldMkLst>
          <pc:docMk/>
          <pc:sldMk cId="822269010" sldId="282"/>
        </pc:sldMkLst>
      </pc:sldChg>
      <pc:sldChg chg="del">
        <pc:chgData name="Guillaume Courtemanche" userId="35de7e6f-368f-4885-a7a3-546b113bf0d3" providerId="ADAL" clId="{A9906CDF-30C6-4108-8115-A7ECDF19AA98}" dt="2021-07-15T16:15:26.715" v="0" actId="47"/>
        <pc:sldMkLst>
          <pc:docMk/>
          <pc:sldMk cId="1869708695" sldId="283"/>
        </pc:sldMkLst>
      </pc:sldChg>
      <pc:sldChg chg="del">
        <pc:chgData name="Guillaume Courtemanche" userId="35de7e6f-368f-4885-a7a3-546b113bf0d3" providerId="ADAL" clId="{A9906CDF-30C6-4108-8115-A7ECDF19AA98}" dt="2021-07-15T16:15:26.715" v="0" actId="47"/>
        <pc:sldMkLst>
          <pc:docMk/>
          <pc:sldMk cId="1102944210" sldId="284"/>
        </pc:sldMkLst>
      </pc:sldChg>
      <pc:sldChg chg="del">
        <pc:chgData name="Guillaume Courtemanche" userId="35de7e6f-368f-4885-a7a3-546b113bf0d3" providerId="ADAL" clId="{A9906CDF-30C6-4108-8115-A7ECDF19AA98}" dt="2021-07-15T16:15:26.715" v="0" actId="47"/>
        <pc:sldMkLst>
          <pc:docMk/>
          <pc:sldMk cId="3736816085" sldId="285"/>
        </pc:sldMkLst>
      </pc:sldChg>
      <pc:sldChg chg="del">
        <pc:chgData name="Guillaume Courtemanche" userId="35de7e6f-368f-4885-a7a3-546b113bf0d3" providerId="ADAL" clId="{A9906CDF-30C6-4108-8115-A7ECDF19AA98}" dt="2021-07-15T16:15:26.715" v="0" actId="47"/>
        <pc:sldMkLst>
          <pc:docMk/>
          <pc:sldMk cId="1299794533" sldId="286"/>
        </pc:sldMkLst>
      </pc:sldChg>
      <pc:sldChg chg="del">
        <pc:chgData name="Guillaume Courtemanche" userId="35de7e6f-368f-4885-a7a3-546b113bf0d3" providerId="ADAL" clId="{A9906CDF-30C6-4108-8115-A7ECDF19AA98}" dt="2021-07-15T16:15:26.715" v="0" actId="47"/>
        <pc:sldMkLst>
          <pc:docMk/>
          <pc:sldMk cId="805362834" sldId="287"/>
        </pc:sldMkLst>
      </pc:sldChg>
      <pc:sldChg chg="del">
        <pc:chgData name="Guillaume Courtemanche" userId="35de7e6f-368f-4885-a7a3-546b113bf0d3" providerId="ADAL" clId="{A9906CDF-30C6-4108-8115-A7ECDF19AA98}" dt="2021-07-15T16:15:26.715" v="0" actId="47"/>
        <pc:sldMkLst>
          <pc:docMk/>
          <pc:sldMk cId="722886885" sldId="288"/>
        </pc:sldMkLst>
      </pc:sldChg>
    </pc:docChg>
  </pc:docChgLst>
  <pc:docChgLst>
    <pc:chgData name="Guillaume Courtemanche" userId="35de7e6f-368f-4885-a7a3-546b113bf0d3" providerId="ADAL" clId="{C6583EAB-DDED-47DA-BB89-6E90C8DE63AD}"/>
    <pc:docChg chg="undo custSel addSld delSld modSld sldOrd">
      <pc:chgData name="Guillaume Courtemanche" userId="35de7e6f-368f-4885-a7a3-546b113bf0d3" providerId="ADAL" clId="{C6583EAB-DDED-47DA-BB89-6E90C8DE63AD}" dt="2021-08-26T15:02:22.146" v="619" actId="15"/>
      <pc:docMkLst>
        <pc:docMk/>
      </pc:docMkLst>
      <pc:sldChg chg="modSp mod">
        <pc:chgData name="Guillaume Courtemanche" userId="35de7e6f-368f-4885-a7a3-546b113bf0d3" providerId="ADAL" clId="{C6583EAB-DDED-47DA-BB89-6E90C8DE63AD}" dt="2021-08-26T14:31:56.960" v="16" actId="20577"/>
        <pc:sldMkLst>
          <pc:docMk/>
          <pc:sldMk cId="4075726084" sldId="257"/>
        </pc:sldMkLst>
        <pc:spChg chg="mod">
          <ac:chgData name="Guillaume Courtemanche" userId="35de7e6f-368f-4885-a7a3-546b113bf0d3" providerId="ADAL" clId="{C6583EAB-DDED-47DA-BB89-6E90C8DE63AD}" dt="2021-08-26T14:31:56.960" v="16" actId="20577"/>
          <ac:spMkLst>
            <pc:docMk/>
            <pc:sldMk cId="4075726084" sldId="257"/>
            <ac:spMk id="3" creationId="{D1F93FBE-77A3-4968-96FF-D7121D406ACB}"/>
          </ac:spMkLst>
        </pc:spChg>
      </pc:sldChg>
      <pc:sldChg chg="del">
        <pc:chgData name="Guillaume Courtemanche" userId="35de7e6f-368f-4885-a7a3-546b113bf0d3" providerId="ADAL" clId="{C6583EAB-DDED-47DA-BB89-6E90C8DE63AD}" dt="2021-08-26T14:57:29.988" v="182" actId="47"/>
        <pc:sldMkLst>
          <pc:docMk/>
          <pc:sldMk cId="361097628" sldId="258"/>
        </pc:sldMkLst>
      </pc:sldChg>
      <pc:sldChg chg="addSp delSp modSp add del mod setBg">
        <pc:chgData name="Guillaume Courtemanche" userId="35de7e6f-368f-4885-a7a3-546b113bf0d3" providerId="ADAL" clId="{C6583EAB-DDED-47DA-BB89-6E90C8DE63AD}" dt="2021-08-26T14:58:15.300" v="189" actId="47"/>
        <pc:sldMkLst>
          <pc:docMk/>
          <pc:sldMk cId="3424073144" sldId="259"/>
        </pc:sldMkLst>
        <pc:spChg chg="mod">
          <ac:chgData name="Guillaume Courtemanche" userId="35de7e6f-368f-4885-a7a3-546b113bf0d3" providerId="ADAL" clId="{C6583EAB-DDED-47DA-BB89-6E90C8DE63AD}" dt="2021-08-26T14:50:26.392" v="87" actId="26606"/>
          <ac:spMkLst>
            <pc:docMk/>
            <pc:sldMk cId="3424073144" sldId="259"/>
            <ac:spMk id="2" creationId="{7115D0FE-0A73-4812-B9CF-3D8D71ACBA7A}"/>
          </ac:spMkLst>
        </pc:spChg>
        <pc:spChg chg="mod">
          <ac:chgData name="Guillaume Courtemanche" userId="35de7e6f-368f-4885-a7a3-546b113bf0d3" providerId="ADAL" clId="{C6583EAB-DDED-47DA-BB89-6E90C8DE63AD}" dt="2021-08-26T14:50:26.392" v="87" actId="26606"/>
          <ac:spMkLst>
            <pc:docMk/>
            <pc:sldMk cId="3424073144" sldId="259"/>
            <ac:spMk id="3" creationId="{89F378B7-7A46-41ED-BFEA-859A285F0180}"/>
          </ac:spMkLst>
        </pc:spChg>
        <pc:spChg chg="add del">
          <ac:chgData name="Guillaume Courtemanche" userId="35de7e6f-368f-4885-a7a3-546b113bf0d3" providerId="ADAL" clId="{C6583EAB-DDED-47DA-BB89-6E90C8DE63AD}" dt="2021-08-26T14:50:26.392" v="87" actId="26606"/>
          <ac:spMkLst>
            <pc:docMk/>
            <pc:sldMk cId="3424073144" sldId="259"/>
            <ac:spMk id="14" creationId="{33E93247-6229-44AB-A550-739E971E690B}"/>
          </ac:spMkLst>
        </pc:spChg>
        <pc:picChg chg="add del mod">
          <ac:chgData name="Guillaume Courtemanche" userId="35de7e6f-368f-4885-a7a3-546b113bf0d3" providerId="ADAL" clId="{C6583EAB-DDED-47DA-BB89-6E90C8DE63AD}" dt="2021-08-26T14:57:31.838" v="183" actId="21"/>
          <ac:picMkLst>
            <pc:docMk/>
            <pc:sldMk cId="3424073144" sldId="259"/>
            <ac:picMk id="5" creationId="{D0440C39-0D14-4CC8-947D-9066E1D9463F}"/>
          </ac:picMkLst>
        </pc:picChg>
        <pc:picChg chg="del">
          <ac:chgData name="Guillaume Courtemanche" userId="35de7e6f-368f-4885-a7a3-546b113bf0d3" providerId="ADAL" clId="{C6583EAB-DDED-47DA-BB89-6E90C8DE63AD}" dt="2021-08-26T14:50:22.325" v="83" actId="478"/>
          <ac:picMkLst>
            <pc:docMk/>
            <pc:sldMk cId="3424073144" sldId="259"/>
            <ac:picMk id="6" creationId="{452C7F5A-A722-4A6D-A23F-4A3AA116C7F7}"/>
          </ac:picMkLst>
        </pc:picChg>
        <pc:cxnChg chg="add del">
          <ac:chgData name="Guillaume Courtemanche" userId="35de7e6f-368f-4885-a7a3-546b113bf0d3" providerId="ADAL" clId="{C6583EAB-DDED-47DA-BB89-6E90C8DE63AD}" dt="2021-08-26T14:50:26.392" v="87" actId="26606"/>
          <ac:cxnSpMkLst>
            <pc:docMk/>
            <pc:sldMk cId="3424073144" sldId="259"/>
            <ac:cxnSpMk id="10" creationId="{F64F9B95-9045-48D2-B9F3-2927E98F54AA}"/>
          </ac:cxnSpMkLst>
        </pc:cxnChg>
        <pc:cxnChg chg="add del">
          <ac:chgData name="Guillaume Courtemanche" userId="35de7e6f-368f-4885-a7a3-546b113bf0d3" providerId="ADAL" clId="{C6583EAB-DDED-47DA-BB89-6E90C8DE63AD}" dt="2021-08-26T14:50:26.392" v="87" actId="26606"/>
          <ac:cxnSpMkLst>
            <pc:docMk/>
            <pc:sldMk cId="3424073144" sldId="259"/>
            <ac:cxnSpMk id="12" creationId="{085AA86F-6A4D-4BCB-A045-D992CDC2959B}"/>
          </ac:cxnSpMkLst>
        </pc:cxnChg>
        <pc:cxnChg chg="add del">
          <ac:chgData name="Guillaume Courtemanche" userId="35de7e6f-368f-4885-a7a3-546b113bf0d3" providerId="ADAL" clId="{C6583EAB-DDED-47DA-BB89-6E90C8DE63AD}" dt="2021-08-26T14:50:26.392" v="87" actId="26606"/>
          <ac:cxnSpMkLst>
            <pc:docMk/>
            <pc:sldMk cId="3424073144" sldId="259"/>
            <ac:cxnSpMk id="16" creationId="{EE2E603F-4A95-4FE8-BB06-211DFD75DBEF}"/>
          </ac:cxnSpMkLst>
        </pc:cxnChg>
      </pc:sldChg>
      <pc:sldChg chg="modSp mod">
        <pc:chgData name="Guillaume Courtemanche" userId="35de7e6f-368f-4885-a7a3-546b113bf0d3" providerId="ADAL" clId="{C6583EAB-DDED-47DA-BB89-6E90C8DE63AD}" dt="2021-08-26T15:02:22.146" v="619" actId="15"/>
        <pc:sldMkLst>
          <pc:docMk/>
          <pc:sldMk cId="2398083909" sldId="272"/>
        </pc:sldMkLst>
        <pc:spChg chg="mod">
          <ac:chgData name="Guillaume Courtemanche" userId="35de7e6f-368f-4885-a7a3-546b113bf0d3" providerId="ADAL" clId="{C6583EAB-DDED-47DA-BB89-6E90C8DE63AD}" dt="2021-08-26T15:02:22.146" v="619" actId="15"/>
          <ac:spMkLst>
            <pc:docMk/>
            <pc:sldMk cId="2398083909" sldId="272"/>
            <ac:spMk id="3" creationId="{D3ED31A7-5C9A-4A75-A26E-AAD7686AE72D}"/>
          </ac:spMkLst>
        </pc:spChg>
      </pc:sldChg>
      <pc:sldChg chg="modSp mod">
        <pc:chgData name="Guillaume Courtemanche" userId="35de7e6f-368f-4885-a7a3-546b113bf0d3" providerId="ADAL" clId="{C6583EAB-DDED-47DA-BB89-6E90C8DE63AD}" dt="2021-08-26T14:55:04.969" v="93" actId="20577"/>
        <pc:sldMkLst>
          <pc:docMk/>
          <pc:sldMk cId="2474463786" sldId="273"/>
        </pc:sldMkLst>
        <pc:spChg chg="mod">
          <ac:chgData name="Guillaume Courtemanche" userId="35de7e6f-368f-4885-a7a3-546b113bf0d3" providerId="ADAL" clId="{C6583EAB-DDED-47DA-BB89-6E90C8DE63AD}" dt="2021-08-26T14:55:04.969" v="93" actId="20577"/>
          <ac:spMkLst>
            <pc:docMk/>
            <pc:sldMk cId="2474463786" sldId="273"/>
            <ac:spMk id="2" creationId="{BF26A4D2-5791-433A-8C78-FE8E8D611390}"/>
          </ac:spMkLst>
        </pc:spChg>
      </pc:sldChg>
      <pc:sldChg chg="add">
        <pc:chgData name="Guillaume Courtemanche" userId="35de7e6f-368f-4885-a7a3-546b113bf0d3" providerId="ADAL" clId="{C6583EAB-DDED-47DA-BB89-6E90C8DE63AD}" dt="2021-08-26T14:50:07.955" v="17" actId="2890"/>
        <pc:sldMkLst>
          <pc:docMk/>
          <pc:sldMk cId="209806551" sldId="279"/>
        </pc:sldMkLst>
      </pc:sldChg>
      <pc:sldChg chg="new del">
        <pc:chgData name="Guillaume Courtemanche" userId="35de7e6f-368f-4885-a7a3-546b113bf0d3" providerId="ADAL" clId="{C6583EAB-DDED-47DA-BB89-6E90C8DE63AD}" dt="2021-08-26T14:57:00.642" v="95" actId="680"/>
        <pc:sldMkLst>
          <pc:docMk/>
          <pc:sldMk cId="562741312" sldId="280"/>
        </pc:sldMkLst>
      </pc:sldChg>
      <pc:sldChg chg="addSp delSp modSp new mod">
        <pc:chgData name="Guillaume Courtemanche" userId="35de7e6f-368f-4885-a7a3-546b113bf0d3" providerId="ADAL" clId="{C6583EAB-DDED-47DA-BB89-6E90C8DE63AD}" dt="2021-08-26T14:58:13.366" v="188" actId="22"/>
        <pc:sldMkLst>
          <pc:docMk/>
          <pc:sldMk cId="1193452427" sldId="280"/>
        </pc:sldMkLst>
        <pc:spChg chg="mod">
          <ac:chgData name="Guillaume Courtemanche" userId="35de7e6f-368f-4885-a7a3-546b113bf0d3" providerId="ADAL" clId="{C6583EAB-DDED-47DA-BB89-6E90C8DE63AD}" dt="2021-08-26T14:57:06.982" v="97"/>
          <ac:spMkLst>
            <pc:docMk/>
            <pc:sldMk cId="1193452427" sldId="280"/>
            <ac:spMk id="2" creationId="{A69922A7-E311-44CF-9DAE-BB648B988622}"/>
          </ac:spMkLst>
        </pc:spChg>
        <pc:spChg chg="mod">
          <ac:chgData name="Guillaume Courtemanche" userId="35de7e6f-368f-4885-a7a3-546b113bf0d3" providerId="ADAL" clId="{C6583EAB-DDED-47DA-BB89-6E90C8DE63AD}" dt="2021-08-26T14:57:15.560" v="136" actId="20577"/>
          <ac:spMkLst>
            <pc:docMk/>
            <pc:sldMk cId="1193452427" sldId="280"/>
            <ac:spMk id="3" creationId="{95B1153B-2899-4B41-9316-B574E7E99C9D}"/>
          </ac:spMkLst>
        </pc:spChg>
        <pc:spChg chg="del">
          <ac:chgData name="Guillaume Courtemanche" userId="35de7e6f-368f-4885-a7a3-546b113bf0d3" providerId="ADAL" clId="{C6583EAB-DDED-47DA-BB89-6E90C8DE63AD}" dt="2021-08-26T14:57:28.164" v="181"/>
          <ac:spMkLst>
            <pc:docMk/>
            <pc:sldMk cId="1193452427" sldId="280"/>
            <ac:spMk id="4" creationId="{2CB4650D-C86E-47DB-81B8-24EBF005B637}"/>
          </ac:spMkLst>
        </pc:spChg>
        <pc:spChg chg="mod">
          <ac:chgData name="Guillaume Courtemanche" userId="35de7e6f-368f-4885-a7a3-546b113bf0d3" providerId="ADAL" clId="{C6583EAB-DDED-47DA-BB89-6E90C8DE63AD}" dt="2021-08-26T14:57:23.392" v="180" actId="20577"/>
          <ac:spMkLst>
            <pc:docMk/>
            <pc:sldMk cId="1193452427" sldId="280"/>
            <ac:spMk id="5" creationId="{243A8FE3-5822-458E-96DF-A975F54AB83E}"/>
          </ac:spMkLst>
        </pc:spChg>
        <pc:spChg chg="add del">
          <ac:chgData name="Guillaume Courtemanche" userId="35de7e6f-368f-4885-a7a3-546b113bf0d3" providerId="ADAL" clId="{C6583EAB-DDED-47DA-BB89-6E90C8DE63AD}" dt="2021-08-26T14:58:13.366" v="188" actId="22"/>
          <ac:spMkLst>
            <pc:docMk/>
            <pc:sldMk cId="1193452427" sldId="280"/>
            <ac:spMk id="6" creationId="{14227373-5753-49CD-A396-E774AE298879}"/>
          </ac:spMkLst>
        </pc:spChg>
        <pc:picChg chg="add mod">
          <ac:chgData name="Guillaume Courtemanche" userId="35de7e6f-368f-4885-a7a3-546b113bf0d3" providerId="ADAL" clId="{C6583EAB-DDED-47DA-BB89-6E90C8DE63AD}" dt="2021-08-26T14:57:28.164" v="181"/>
          <ac:picMkLst>
            <pc:docMk/>
            <pc:sldMk cId="1193452427" sldId="280"/>
            <ac:picMk id="7" creationId="{AAD6797E-C0F9-476F-89B8-1ECB6D786CEC}"/>
          </ac:picMkLst>
        </pc:picChg>
        <pc:picChg chg="add del mod">
          <ac:chgData name="Guillaume Courtemanche" userId="35de7e6f-368f-4885-a7a3-546b113bf0d3" providerId="ADAL" clId="{C6583EAB-DDED-47DA-BB89-6E90C8DE63AD}" dt="2021-08-26T14:58:11.722" v="187"/>
          <ac:picMkLst>
            <pc:docMk/>
            <pc:sldMk cId="1193452427" sldId="280"/>
            <ac:picMk id="8" creationId="{6246A1F7-F7DD-403D-B0B9-3715EA4E8CDD}"/>
          </ac:picMkLst>
        </pc:picChg>
        <pc:picChg chg="add mod ord">
          <ac:chgData name="Guillaume Courtemanche" userId="35de7e6f-368f-4885-a7a3-546b113bf0d3" providerId="ADAL" clId="{C6583EAB-DDED-47DA-BB89-6E90C8DE63AD}" dt="2021-08-26T14:58:13.366" v="188" actId="22"/>
          <ac:picMkLst>
            <pc:docMk/>
            <pc:sldMk cId="1193452427" sldId="280"/>
            <ac:picMk id="10" creationId="{440A75BB-95BD-4C91-84EC-EBCCCFAB4113}"/>
          </ac:picMkLst>
        </pc:picChg>
      </pc:sldChg>
      <pc:sldChg chg="new del">
        <pc:chgData name="Guillaume Courtemanche" userId="35de7e6f-368f-4885-a7a3-546b113bf0d3" providerId="ADAL" clId="{C6583EAB-DDED-47DA-BB89-6E90C8DE63AD}" dt="2021-08-26T14:54:12.797" v="89" actId="47"/>
        <pc:sldMkLst>
          <pc:docMk/>
          <pc:sldMk cId="1296994885" sldId="280"/>
        </pc:sldMkLst>
      </pc:sldChg>
      <pc:sldChg chg="modSp new mod ord">
        <pc:chgData name="Guillaume Courtemanche" userId="35de7e6f-368f-4885-a7a3-546b113bf0d3" providerId="ADAL" clId="{C6583EAB-DDED-47DA-BB89-6E90C8DE63AD}" dt="2021-08-26T15:01:28.510" v="615"/>
        <pc:sldMkLst>
          <pc:docMk/>
          <pc:sldMk cId="1437367379" sldId="281"/>
        </pc:sldMkLst>
        <pc:spChg chg="mod">
          <ac:chgData name="Guillaume Courtemanche" userId="35de7e6f-368f-4885-a7a3-546b113bf0d3" providerId="ADAL" clId="{C6583EAB-DDED-47DA-BB89-6E90C8DE63AD}" dt="2021-08-26T14:59:38.652" v="280" actId="20577"/>
          <ac:spMkLst>
            <pc:docMk/>
            <pc:sldMk cId="1437367379" sldId="281"/>
            <ac:spMk id="2" creationId="{5F07BB66-7F7A-4473-B34F-6CC4CA99ADF3}"/>
          </ac:spMkLst>
        </pc:spChg>
        <pc:spChg chg="mod">
          <ac:chgData name="Guillaume Courtemanche" userId="35de7e6f-368f-4885-a7a3-546b113bf0d3" providerId="ADAL" clId="{C6583EAB-DDED-47DA-BB89-6E90C8DE63AD}" dt="2021-08-26T15:01:05.570" v="611" actId="20577"/>
          <ac:spMkLst>
            <pc:docMk/>
            <pc:sldMk cId="1437367379" sldId="281"/>
            <ac:spMk id="3" creationId="{68054208-4C21-45B0-B94B-0B6958C31E02}"/>
          </ac:spMkLst>
        </pc:spChg>
      </pc:sldChg>
    </pc:docChg>
  </pc:docChgLst>
  <pc:docChgLst>
    <pc:chgData name="Guillaume Courtemanche" userId="35de7e6f-368f-4885-a7a3-546b113bf0d3" providerId="ADAL" clId="{FB0E1C33-336E-4813-80CC-EEA0F6700ECE}"/>
    <pc:docChg chg="undo custSel addSld delSld modSld sldOrd">
      <pc:chgData name="Guillaume Courtemanche" userId="35de7e6f-368f-4885-a7a3-546b113bf0d3" providerId="ADAL" clId="{FB0E1C33-336E-4813-80CC-EEA0F6700ECE}" dt="2021-10-05T22:34:02.071" v="4775" actId="313"/>
      <pc:docMkLst>
        <pc:docMk/>
      </pc:docMkLst>
      <pc:sldChg chg="modSp mod">
        <pc:chgData name="Guillaume Courtemanche" userId="35de7e6f-368f-4885-a7a3-546b113bf0d3" providerId="ADAL" clId="{FB0E1C33-336E-4813-80CC-EEA0F6700ECE}" dt="2021-10-05T22:31:19.688" v="4142" actId="20577"/>
        <pc:sldMkLst>
          <pc:docMk/>
          <pc:sldMk cId="2713541678" sldId="256"/>
        </pc:sldMkLst>
        <pc:spChg chg="mod">
          <ac:chgData name="Guillaume Courtemanche" userId="35de7e6f-368f-4885-a7a3-546b113bf0d3" providerId="ADAL" clId="{FB0E1C33-336E-4813-80CC-EEA0F6700ECE}" dt="2021-10-05T22:31:19.688" v="4142" actId="20577"/>
          <ac:spMkLst>
            <pc:docMk/>
            <pc:sldMk cId="2713541678" sldId="256"/>
            <ac:spMk id="2" creationId="{2EEC839D-8E01-432A-A5BF-096D6C649AE7}"/>
          </ac:spMkLst>
        </pc:spChg>
      </pc:sldChg>
      <pc:sldChg chg="addSp delSp modSp mod">
        <pc:chgData name="Guillaume Courtemanche" userId="35de7e6f-368f-4885-a7a3-546b113bf0d3" providerId="ADAL" clId="{FB0E1C33-336E-4813-80CC-EEA0F6700ECE}" dt="2021-10-05T21:56:39.321" v="2730" actId="478"/>
        <pc:sldMkLst>
          <pc:docMk/>
          <pc:sldMk cId="4075726084" sldId="257"/>
        </pc:sldMkLst>
        <pc:spChg chg="mod">
          <ac:chgData name="Guillaume Courtemanche" userId="35de7e6f-368f-4885-a7a3-546b113bf0d3" providerId="ADAL" clId="{FB0E1C33-336E-4813-80CC-EEA0F6700ECE}" dt="2021-10-05T20:21:30.792" v="30" actId="20577"/>
          <ac:spMkLst>
            <pc:docMk/>
            <pc:sldMk cId="4075726084" sldId="257"/>
            <ac:spMk id="2" creationId="{EF15F864-C983-4B40-8817-867E02D033A0}"/>
          </ac:spMkLst>
        </pc:spChg>
        <pc:spChg chg="mod">
          <ac:chgData name="Guillaume Courtemanche" userId="35de7e6f-368f-4885-a7a3-546b113bf0d3" providerId="ADAL" clId="{FB0E1C33-336E-4813-80CC-EEA0F6700ECE}" dt="2021-10-05T21:44:12.695" v="2303" actId="1076"/>
          <ac:spMkLst>
            <pc:docMk/>
            <pc:sldMk cId="4075726084" sldId="257"/>
            <ac:spMk id="3" creationId="{D1F93FBE-77A3-4968-96FF-D7121D406ACB}"/>
          </ac:spMkLst>
        </pc:spChg>
        <pc:graphicFrameChg chg="add del mod">
          <ac:chgData name="Guillaume Courtemanche" userId="35de7e6f-368f-4885-a7a3-546b113bf0d3" providerId="ADAL" clId="{FB0E1C33-336E-4813-80CC-EEA0F6700ECE}" dt="2021-10-05T21:43:09.639" v="2221" actId="3680"/>
          <ac:graphicFrameMkLst>
            <pc:docMk/>
            <pc:sldMk cId="4075726084" sldId="257"/>
            <ac:graphicFrameMk id="4" creationId="{F219D3F6-4C5A-403B-B944-16FF84E3A7EE}"/>
          </ac:graphicFrameMkLst>
        </pc:graphicFrameChg>
        <pc:graphicFrameChg chg="add del mod modGraphic">
          <ac:chgData name="Guillaume Courtemanche" userId="35de7e6f-368f-4885-a7a3-546b113bf0d3" providerId="ADAL" clId="{FB0E1C33-336E-4813-80CC-EEA0F6700ECE}" dt="2021-10-05T21:56:39.321" v="2730" actId="478"/>
          <ac:graphicFrameMkLst>
            <pc:docMk/>
            <pc:sldMk cId="4075726084" sldId="257"/>
            <ac:graphicFrameMk id="5" creationId="{81D2749E-28FF-4A19-944E-FA4C4E912EE2}"/>
          </ac:graphicFrameMkLst>
        </pc:graphicFrameChg>
      </pc:sldChg>
      <pc:sldChg chg="del">
        <pc:chgData name="Guillaume Courtemanche" userId="35de7e6f-368f-4885-a7a3-546b113bf0d3" providerId="ADAL" clId="{FB0E1C33-336E-4813-80CC-EEA0F6700ECE}" dt="2021-10-05T20:40:57.094" v="1437" actId="47"/>
        <pc:sldMkLst>
          <pc:docMk/>
          <pc:sldMk cId="1297225684" sldId="260"/>
        </pc:sldMkLst>
      </pc:sldChg>
      <pc:sldChg chg="del">
        <pc:chgData name="Guillaume Courtemanche" userId="35de7e6f-368f-4885-a7a3-546b113bf0d3" providerId="ADAL" clId="{FB0E1C33-336E-4813-80CC-EEA0F6700ECE}" dt="2021-10-05T20:40:57.094" v="1437" actId="47"/>
        <pc:sldMkLst>
          <pc:docMk/>
          <pc:sldMk cId="2523203377" sldId="261"/>
        </pc:sldMkLst>
      </pc:sldChg>
      <pc:sldChg chg="del">
        <pc:chgData name="Guillaume Courtemanche" userId="35de7e6f-368f-4885-a7a3-546b113bf0d3" providerId="ADAL" clId="{FB0E1C33-336E-4813-80CC-EEA0F6700ECE}" dt="2021-10-05T20:40:57.094" v="1437" actId="47"/>
        <pc:sldMkLst>
          <pc:docMk/>
          <pc:sldMk cId="3562637342" sldId="262"/>
        </pc:sldMkLst>
      </pc:sldChg>
      <pc:sldChg chg="del">
        <pc:chgData name="Guillaume Courtemanche" userId="35de7e6f-368f-4885-a7a3-546b113bf0d3" providerId="ADAL" clId="{FB0E1C33-336E-4813-80CC-EEA0F6700ECE}" dt="2021-10-05T20:40:57.094" v="1437" actId="47"/>
        <pc:sldMkLst>
          <pc:docMk/>
          <pc:sldMk cId="642358187" sldId="263"/>
        </pc:sldMkLst>
      </pc:sldChg>
      <pc:sldChg chg="del">
        <pc:chgData name="Guillaume Courtemanche" userId="35de7e6f-368f-4885-a7a3-546b113bf0d3" providerId="ADAL" clId="{FB0E1C33-336E-4813-80CC-EEA0F6700ECE}" dt="2021-10-05T20:40:57.094" v="1437" actId="47"/>
        <pc:sldMkLst>
          <pc:docMk/>
          <pc:sldMk cId="2743297751" sldId="264"/>
        </pc:sldMkLst>
      </pc:sldChg>
      <pc:sldChg chg="del">
        <pc:chgData name="Guillaume Courtemanche" userId="35de7e6f-368f-4885-a7a3-546b113bf0d3" providerId="ADAL" clId="{FB0E1C33-336E-4813-80CC-EEA0F6700ECE}" dt="2021-10-05T20:40:57.094" v="1437" actId="47"/>
        <pc:sldMkLst>
          <pc:docMk/>
          <pc:sldMk cId="1960159537" sldId="265"/>
        </pc:sldMkLst>
      </pc:sldChg>
      <pc:sldChg chg="del">
        <pc:chgData name="Guillaume Courtemanche" userId="35de7e6f-368f-4885-a7a3-546b113bf0d3" providerId="ADAL" clId="{FB0E1C33-336E-4813-80CC-EEA0F6700ECE}" dt="2021-10-05T20:40:57.094" v="1437" actId="47"/>
        <pc:sldMkLst>
          <pc:docMk/>
          <pc:sldMk cId="2927513067" sldId="266"/>
        </pc:sldMkLst>
      </pc:sldChg>
      <pc:sldChg chg="del">
        <pc:chgData name="Guillaume Courtemanche" userId="35de7e6f-368f-4885-a7a3-546b113bf0d3" providerId="ADAL" clId="{FB0E1C33-336E-4813-80CC-EEA0F6700ECE}" dt="2021-10-05T20:40:57.094" v="1437" actId="47"/>
        <pc:sldMkLst>
          <pc:docMk/>
          <pc:sldMk cId="4255510290" sldId="267"/>
        </pc:sldMkLst>
      </pc:sldChg>
      <pc:sldChg chg="del">
        <pc:chgData name="Guillaume Courtemanche" userId="35de7e6f-368f-4885-a7a3-546b113bf0d3" providerId="ADAL" clId="{FB0E1C33-336E-4813-80CC-EEA0F6700ECE}" dt="2021-10-05T20:40:57.094" v="1437" actId="47"/>
        <pc:sldMkLst>
          <pc:docMk/>
          <pc:sldMk cId="4192049259" sldId="268"/>
        </pc:sldMkLst>
      </pc:sldChg>
      <pc:sldChg chg="del">
        <pc:chgData name="Guillaume Courtemanche" userId="35de7e6f-368f-4885-a7a3-546b113bf0d3" providerId="ADAL" clId="{FB0E1C33-336E-4813-80CC-EEA0F6700ECE}" dt="2021-10-05T20:40:57.094" v="1437" actId="47"/>
        <pc:sldMkLst>
          <pc:docMk/>
          <pc:sldMk cId="380335028" sldId="269"/>
        </pc:sldMkLst>
      </pc:sldChg>
      <pc:sldChg chg="del">
        <pc:chgData name="Guillaume Courtemanche" userId="35de7e6f-368f-4885-a7a3-546b113bf0d3" providerId="ADAL" clId="{FB0E1C33-336E-4813-80CC-EEA0F6700ECE}" dt="2021-10-05T20:40:57.094" v="1437" actId="47"/>
        <pc:sldMkLst>
          <pc:docMk/>
          <pc:sldMk cId="335910517" sldId="270"/>
        </pc:sldMkLst>
      </pc:sldChg>
      <pc:sldChg chg="del">
        <pc:chgData name="Guillaume Courtemanche" userId="35de7e6f-368f-4885-a7a3-546b113bf0d3" providerId="ADAL" clId="{FB0E1C33-336E-4813-80CC-EEA0F6700ECE}" dt="2021-10-05T20:40:57.094" v="1437" actId="47"/>
        <pc:sldMkLst>
          <pc:docMk/>
          <pc:sldMk cId="4024462535" sldId="271"/>
        </pc:sldMkLst>
      </pc:sldChg>
      <pc:sldChg chg="del">
        <pc:chgData name="Guillaume Courtemanche" userId="35de7e6f-368f-4885-a7a3-546b113bf0d3" providerId="ADAL" clId="{FB0E1C33-336E-4813-80CC-EEA0F6700ECE}" dt="2021-10-05T20:40:57.094" v="1437" actId="47"/>
        <pc:sldMkLst>
          <pc:docMk/>
          <pc:sldMk cId="2398083909" sldId="272"/>
        </pc:sldMkLst>
      </pc:sldChg>
      <pc:sldChg chg="del">
        <pc:chgData name="Guillaume Courtemanche" userId="35de7e6f-368f-4885-a7a3-546b113bf0d3" providerId="ADAL" clId="{FB0E1C33-336E-4813-80CC-EEA0F6700ECE}" dt="2021-10-05T20:40:57.094" v="1437" actId="47"/>
        <pc:sldMkLst>
          <pc:docMk/>
          <pc:sldMk cId="2474463786" sldId="273"/>
        </pc:sldMkLst>
      </pc:sldChg>
      <pc:sldChg chg="del">
        <pc:chgData name="Guillaume Courtemanche" userId="35de7e6f-368f-4885-a7a3-546b113bf0d3" providerId="ADAL" clId="{FB0E1C33-336E-4813-80CC-EEA0F6700ECE}" dt="2021-10-05T20:40:57.094" v="1437" actId="47"/>
        <pc:sldMkLst>
          <pc:docMk/>
          <pc:sldMk cId="287658411" sldId="274"/>
        </pc:sldMkLst>
      </pc:sldChg>
      <pc:sldChg chg="del">
        <pc:chgData name="Guillaume Courtemanche" userId="35de7e6f-368f-4885-a7a3-546b113bf0d3" providerId="ADAL" clId="{FB0E1C33-336E-4813-80CC-EEA0F6700ECE}" dt="2021-10-05T20:40:57.094" v="1437" actId="47"/>
        <pc:sldMkLst>
          <pc:docMk/>
          <pc:sldMk cId="395040817" sldId="275"/>
        </pc:sldMkLst>
      </pc:sldChg>
      <pc:sldChg chg="del">
        <pc:chgData name="Guillaume Courtemanche" userId="35de7e6f-368f-4885-a7a3-546b113bf0d3" providerId="ADAL" clId="{FB0E1C33-336E-4813-80CC-EEA0F6700ECE}" dt="2021-10-05T20:40:57.094" v="1437" actId="47"/>
        <pc:sldMkLst>
          <pc:docMk/>
          <pc:sldMk cId="683192700" sldId="276"/>
        </pc:sldMkLst>
      </pc:sldChg>
      <pc:sldChg chg="del">
        <pc:chgData name="Guillaume Courtemanche" userId="35de7e6f-368f-4885-a7a3-546b113bf0d3" providerId="ADAL" clId="{FB0E1C33-336E-4813-80CC-EEA0F6700ECE}" dt="2021-10-05T20:40:57.094" v="1437" actId="47"/>
        <pc:sldMkLst>
          <pc:docMk/>
          <pc:sldMk cId="1655119748" sldId="277"/>
        </pc:sldMkLst>
      </pc:sldChg>
      <pc:sldChg chg="del">
        <pc:chgData name="Guillaume Courtemanche" userId="35de7e6f-368f-4885-a7a3-546b113bf0d3" providerId="ADAL" clId="{FB0E1C33-336E-4813-80CC-EEA0F6700ECE}" dt="2021-10-05T20:40:57.094" v="1437" actId="47"/>
        <pc:sldMkLst>
          <pc:docMk/>
          <pc:sldMk cId="2256642564" sldId="278"/>
        </pc:sldMkLst>
      </pc:sldChg>
      <pc:sldChg chg="del">
        <pc:chgData name="Guillaume Courtemanche" userId="35de7e6f-368f-4885-a7a3-546b113bf0d3" providerId="ADAL" clId="{FB0E1C33-336E-4813-80CC-EEA0F6700ECE}" dt="2021-10-05T20:40:57.094" v="1437" actId="47"/>
        <pc:sldMkLst>
          <pc:docMk/>
          <pc:sldMk cId="209806551" sldId="279"/>
        </pc:sldMkLst>
      </pc:sldChg>
      <pc:sldChg chg="del">
        <pc:chgData name="Guillaume Courtemanche" userId="35de7e6f-368f-4885-a7a3-546b113bf0d3" providerId="ADAL" clId="{FB0E1C33-336E-4813-80CC-EEA0F6700ECE}" dt="2021-10-05T20:40:57.094" v="1437" actId="47"/>
        <pc:sldMkLst>
          <pc:docMk/>
          <pc:sldMk cId="1193452427" sldId="280"/>
        </pc:sldMkLst>
      </pc:sldChg>
      <pc:sldChg chg="del">
        <pc:chgData name="Guillaume Courtemanche" userId="35de7e6f-368f-4885-a7a3-546b113bf0d3" providerId="ADAL" clId="{FB0E1C33-336E-4813-80CC-EEA0F6700ECE}" dt="2021-10-05T20:40:57.094" v="1437" actId="47"/>
        <pc:sldMkLst>
          <pc:docMk/>
          <pc:sldMk cId="1437367379" sldId="281"/>
        </pc:sldMkLst>
      </pc:sldChg>
      <pc:sldChg chg="addSp delSp modSp new mod ord">
        <pc:chgData name="Guillaume Courtemanche" userId="35de7e6f-368f-4885-a7a3-546b113bf0d3" providerId="ADAL" clId="{FB0E1C33-336E-4813-80CC-EEA0F6700ECE}" dt="2021-10-05T20:31:05.433" v="1058" actId="478"/>
        <pc:sldMkLst>
          <pc:docMk/>
          <pc:sldMk cId="3392946760" sldId="282"/>
        </pc:sldMkLst>
        <pc:spChg chg="mod">
          <ac:chgData name="Guillaume Courtemanche" userId="35de7e6f-368f-4885-a7a3-546b113bf0d3" providerId="ADAL" clId="{FB0E1C33-336E-4813-80CC-EEA0F6700ECE}" dt="2021-10-05T20:24:58.214" v="477" actId="20577"/>
          <ac:spMkLst>
            <pc:docMk/>
            <pc:sldMk cId="3392946760" sldId="282"/>
            <ac:spMk id="2" creationId="{D1E889DB-DB31-4976-AE54-625AD6C2891A}"/>
          </ac:spMkLst>
        </pc:spChg>
        <pc:spChg chg="mod">
          <ac:chgData name="Guillaume Courtemanche" userId="35de7e6f-368f-4885-a7a3-546b113bf0d3" providerId="ADAL" clId="{FB0E1C33-336E-4813-80CC-EEA0F6700ECE}" dt="2021-10-05T20:27:13.855" v="936" actId="1076"/>
          <ac:spMkLst>
            <pc:docMk/>
            <pc:sldMk cId="3392946760" sldId="282"/>
            <ac:spMk id="3" creationId="{22936CBB-3893-47A8-8781-E3EFD20F71B6}"/>
          </ac:spMkLst>
        </pc:spChg>
        <pc:graphicFrameChg chg="add del mod modGraphic">
          <ac:chgData name="Guillaume Courtemanche" userId="35de7e6f-368f-4885-a7a3-546b113bf0d3" providerId="ADAL" clId="{FB0E1C33-336E-4813-80CC-EEA0F6700ECE}" dt="2021-10-05T20:31:05.433" v="1058" actId="478"/>
          <ac:graphicFrameMkLst>
            <pc:docMk/>
            <pc:sldMk cId="3392946760" sldId="282"/>
            <ac:graphicFrameMk id="4" creationId="{72954E2F-5470-450F-A473-DC91866D88FB}"/>
          </ac:graphicFrameMkLst>
        </pc:graphicFrameChg>
      </pc:sldChg>
      <pc:sldChg chg="addSp delSp modSp add mod">
        <pc:chgData name="Guillaume Courtemanche" userId="35de7e6f-368f-4885-a7a3-546b113bf0d3" providerId="ADAL" clId="{FB0E1C33-336E-4813-80CC-EEA0F6700ECE}" dt="2021-10-05T20:42:27.662" v="1698" actId="20577"/>
        <pc:sldMkLst>
          <pc:docMk/>
          <pc:sldMk cId="3814000701" sldId="283"/>
        </pc:sldMkLst>
        <pc:spChg chg="del mod">
          <ac:chgData name="Guillaume Courtemanche" userId="35de7e6f-368f-4885-a7a3-546b113bf0d3" providerId="ADAL" clId="{FB0E1C33-336E-4813-80CC-EEA0F6700ECE}" dt="2021-10-05T20:31:08.434" v="1060" actId="478"/>
          <ac:spMkLst>
            <pc:docMk/>
            <pc:sldMk cId="3814000701" sldId="283"/>
            <ac:spMk id="3" creationId="{22936CBB-3893-47A8-8781-E3EFD20F71B6}"/>
          </ac:spMkLst>
        </pc:spChg>
        <pc:spChg chg="add del mod">
          <ac:chgData name="Guillaume Courtemanche" userId="35de7e6f-368f-4885-a7a3-546b113bf0d3" providerId="ADAL" clId="{FB0E1C33-336E-4813-80CC-EEA0F6700ECE}" dt="2021-10-05T20:31:09.497" v="1061" actId="478"/>
          <ac:spMkLst>
            <pc:docMk/>
            <pc:sldMk cId="3814000701" sldId="283"/>
            <ac:spMk id="6" creationId="{E6D8D7EC-6A07-4001-A4A2-5D8833C6BB16}"/>
          </ac:spMkLst>
        </pc:spChg>
        <pc:graphicFrameChg chg="mod modGraphic">
          <ac:chgData name="Guillaume Courtemanche" userId="35de7e6f-368f-4885-a7a3-546b113bf0d3" providerId="ADAL" clId="{FB0E1C33-336E-4813-80CC-EEA0F6700ECE}" dt="2021-10-05T20:42:27.662" v="1698" actId="20577"/>
          <ac:graphicFrameMkLst>
            <pc:docMk/>
            <pc:sldMk cId="3814000701" sldId="283"/>
            <ac:graphicFrameMk id="4" creationId="{72954E2F-5470-450F-A473-DC91866D88FB}"/>
          </ac:graphicFrameMkLst>
        </pc:graphicFrameChg>
      </pc:sldChg>
      <pc:sldChg chg="modSp add mod ord">
        <pc:chgData name="Guillaume Courtemanche" userId="35de7e6f-368f-4885-a7a3-546b113bf0d3" providerId="ADAL" clId="{FB0E1C33-336E-4813-80CC-EEA0F6700ECE}" dt="2021-10-05T21:41:25.449" v="2053" actId="20577"/>
        <pc:sldMkLst>
          <pc:docMk/>
          <pc:sldMk cId="332884965" sldId="284"/>
        </pc:sldMkLst>
        <pc:spChg chg="mod">
          <ac:chgData name="Guillaume Courtemanche" userId="35de7e6f-368f-4885-a7a3-546b113bf0d3" providerId="ADAL" clId="{FB0E1C33-336E-4813-80CC-EEA0F6700ECE}" dt="2021-10-05T20:41:17.328" v="1460" actId="20577"/>
          <ac:spMkLst>
            <pc:docMk/>
            <pc:sldMk cId="332884965" sldId="284"/>
            <ac:spMk id="2" creationId="{D1E889DB-DB31-4976-AE54-625AD6C2891A}"/>
          </ac:spMkLst>
        </pc:spChg>
        <pc:spChg chg="mod">
          <ac:chgData name="Guillaume Courtemanche" userId="35de7e6f-368f-4885-a7a3-546b113bf0d3" providerId="ADAL" clId="{FB0E1C33-336E-4813-80CC-EEA0F6700ECE}" dt="2021-10-05T21:41:25.449" v="2053" actId="20577"/>
          <ac:spMkLst>
            <pc:docMk/>
            <pc:sldMk cId="332884965" sldId="284"/>
            <ac:spMk id="3" creationId="{22936CBB-3893-47A8-8781-E3EFD20F71B6}"/>
          </ac:spMkLst>
        </pc:spChg>
      </pc:sldChg>
      <pc:sldChg chg="add del">
        <pc:chgData name="Guillaume Courtemanche" userId="35de7e6f-368f-4885-a7a3-546b113bf0d3" providerId="ADAL" clId="{FB0E1C33-336E-4813-80CC-EEA0F6700ECE}" dt="2021-10-05T20:41:08.374" v="1439" actId="2890"/>
        <pc:sldMkLst>
          <pc:docMk/>
          <pc:sldMk cId="1294077627" sldId="284"/>
        </pc:sldMkLst>
      </pc:sldChg>
      <pc:sldChg chg="addSp delSp modSp new mod">
        <pc:chgData name="Guillaume Courtemanche" userId="35de7e6f-368f-4885-a7a3-546b113bf0d3" providerId="ADAL" clId="{FB0E1C33-336E-4813-80CC-EEA0F6700ECE}" dt="2021-10-05T21:41:56.791" v="2076" actId="1076"/>
        <pc:sldMkLst>
          <pc:docMk/>
          <pc:sldMk cId="4211246142" sldId="285"/>
        </pc:sldMkLst>
        <pc:spChg chg="mod">
          <ac:chgData name="Guillaume Courtemanche" userId="35de7e6f-368f-4885-a7a3-546b113bf0d3" providerId="ADAL" clId="{FB0E1C33-336E-4813-80CC-EEA0F6700ECE}" dt="2021-10-05T21:41:48.679" v="2072" actId="1076"/>
          <ac:spMkLst>
            <pc:docMk/>
            <pc:sldMk cId="4211246142" sldId="285"/>
            <ac:spMk id="2" creationId="{42E71873-080C-4934-8D74-143B3BAC7070}"/>
          </ac:spMkLst>
        </pc:spChg>
        <pc:spChg chg="del">
          <ac:chgData name="Guillaume Courtemanche" userId="35de7e6f-368f-4885-a7a3-546b113bf0d3" providerId="ADAL" clId="{FB0E1C33-336E-4813-80CC-EEA0F6700ECE}" dt="2021-10-05T21:41:50.623" v="2073" actId="478"/>
          <ac:spMkLst>
            <pc:docMk/>
            <pc:sldMk cId="4211246142" sldId="285"/>
            <ac:spMk id="3" creationId="{D2F35B17-FBD4-4F25-970E-C17D923DDBE8}"/>
          </ac:spMkLst>
        </pc:spChg>
        <pc:picChg chg="add mod">
          <ac:chgData name="Guillaume Courtemanche" userId="35de7e6f-368f-4885-a7a3-546b113bf0d3" providerId="ADAL" clId="{FB0E1C33-336E-4813-80CC-EEA0F6700ECE}" dt="2021-10-05T21:41:56.791" v="2076" actId="1076"/>
          <ac:picMkLst>
            <pc:docMk/>
            <pc:sldMk cId="4211246142" sldId="285"/>
            <ac:picMk id="1026" creationId="{DDA1F3DF-0FDE-4111-9C24-7ACA9278B4DC}"/>
          </ac:picMkLst>
        </pc:picChg>
      </pc:sldChg>
      <pc:sldChg chg="addSp delSp modSp add mod">
        <pc:chgData name="Guillaume Courtemanche" userId="35de7e6f-368f-4885-a7a3-546b113bf0d3" providerId="ADAL" clId="{FB0E1C33-336E-4813-80CC-EEA0F6700ECE}" dt="2021-10-05T21:57:04.388" v="2747" actId="20577"/>
        <pc:sldMkLst>
          <pc:docMk/>
          <pc:sldMk cId="1420422340" sldId="286"/>
        </pc:sldMkLst>
        <pc:spChg chg="del">
          <ac:chgData name="Guillaume Courtemanche" userId="35de7e6f-368f-4885-a7a3-546b113bf0d3" providerId="ADAL" clId="{FB0E1C33-336E-4813-80CC-EEA0F6700ECE}" dt="2021-10-05T21:56:41.995" v="2731" actId="478"/>
          <ac:spMkLst>
            <pc:docMk/>
            <pc:sldMk cId="1420422340" sldId="286"/>
            <ac:spMk id="3" creationId="{D1F93FBE-77A3-4968-96FF-D7121D406ACB}"/>
          </ac:spMkLst>
        </pc:spChg>
        <pc:spChg chg="add del mod">
          <ac:chgData name="Guillaume Courtemanche" userId="35de7e6f-368f-4885-a7a3-546b113bf0d3" providerId="ADAL" clId="{FB0E1C33-336E-4813-80CC-EEA0F6700ECE}" dt="2021-10-05T21:56:45.541" v="2732" actId="478"/>
          <ac:spMkLst>
            <pc:docMk/>
            <pc:sldMk cId="1420422340" sldId="286"/>
            <ac:spMk id="6" creationId="{EE3CBEC5-85A1-42AE-BECB-E5959265FF6D}"/>
          </ac:spMkLst>
        </pc:spChg>
        <pc:graphicFrameChg chg="mod modGraphic">
          <ac:chgData name="Guillaume Courtemanche" userId="35de7e6f-368f-4885-a7a3-546b113bf0d3" providerId="ADAL" clId="{FB0E1C33-336E-4813-80CC-EEA0F6700ECE}" dt="2021-10-05T21:57:04.388" v="2747" actId="20577"/>
          <ac:graphicFrameMkLst>
            <pc:docMk/>
            <pc:sldMk cId="1420422340" sldId="286"/>
            <ac:graphicFrameMk id="5" creationId="{81D2749E-28FF-4A19-944E-FA4C4E912EE2}"/>
          </ac:graphicFrameMkLst>
        </pc:graphicFrameChg>
      </pc:sldChg>
      <pc:sldChg chg="addSp modSp new mod">
        <pc:chgData name="Guillaume Courtemanche" userId="35de7e6f-368f-4885-a7a3-546b113bf0d3" providerId="ADAL" clId="{FB0E1C33-336E-4813-80CC-EEA0F6700ECE}" dt="2021-10-05T22:09:15.012" v="2972" actId="1076"/>
        <pc:sldMkLst>
          <pc:docMk/>
          <pc:sldMk cId="3569798247" sldId="287"/>
        </pc:sldMkLst>
        <pc:spChg chg="mod">
          <ac:chgData name="Guillaume Courtemanche" userId="35de7e6f-368f-4885-a7a3-546b113bf0d3" providerId="ADAL" clId="{FB0E1C33-336E-4813-80CC-EEA0F6700ECE}" dt="2021-10-05T22:05:59.611" v="2780" actId="20577"/>
          <ac:spMkLst>
            <pc:docMk/>
            <pc:sldMk cId="3569798247" sldId="287"/>
            <ac:spMk id="2" creationId="{D3BEFD98-37CC-47C5-8109-2EA840FB32AB}"/>
          </ac:spMkLst>
        </pc:spChg>
        <pc:spChg chg="mod">
          <ac:chgData name="Guillaume Courtemanche" userId="35de7e6f-368f-4885-a7a3-546b113bf0d3" providerId="ADAL" clId="{FB0E1C33-336E-4813-80CC-EEA0F6700ECE}" dt="2021-10-05T22:08:01.581" v="2951" actId="20577"/>
          <ac:spMkLst>
            <pc:docMk/>
            <pc:sldMk cId="3569798247" sldId="287"/>
            <ac:spMk id="3" creationId="{E474B9F6-A547-4FB2-90D8-04980D561188}"/>
          </ac:spMkLst>
        </pc:spChg>
        <pc:spChg chg="add mod">
          <ac:chgData name="Guillaume Courtemanche" userId="35de7e6f-368f-4885-a7a3-546b113bf0d3" providerId="ADAL" clId="{FB0E1C33-336E-4813-80CC-EEA0F6700ECE}" dt="2021-10-05T22:09:15.012" v="2972" actId="1076"/>
          <ac:spMkLst>
            <pc:docMk/>
            <pc:sldMk cId="3569798247" sldId="287"/>
            <ac:spMk id="8" creationId="{1A0831EB-7845-4F84-9B5D-DAA099854E19}"/>
          </ac:spMkLst>
        </pc:spChg>
        <pc:picChg chg="add mod">
          <ac:chgData name="Guillaume Courtemanche" userId="35de7e6f-368f-4885-a7a3-546b113bf0d3" providerId="ADAL" clId="{FB0E1C33-336E-4813-80CC-EEA0F6700ECE}" dt="2021-10-05T22:08:07.730" v="2953" actId="1076"/>
          <ac:picMkLst>
            <pc:docMk/>
            <pc:sldMk cId="3569798247" sldId="287"/>
            <ac:picMk id="5" creationId="{1B613088-EF52-4099-B8F7-DC26BA61D9C5}"/>
          </ac:picMkLst>
        </pc:picChg>
        <pc:picChg chg="add mod modCrop">
          <ac:chgData name="Guillaume Courtemanche" userId="35de7e6f-368f-4885-a7a3-546b113bf0d3" providerId="ADAL" clId="{FB0E1C33-336E-4813-80CC-EEA0F6700ECE}" dt="2021-10-05T22:08:58.283" v="2958" actId="1076"/>
          <ac:picMkLst>
            <pc:docMk/>
            <pc:sldMk cId="3569798247" sldId="287"/>
            <ac:picMk id="7" creationId="{1759F28B-5F35-41BB-A811-2BC22A67FF55}"/>
          </ac:picMkLst>
        </pc:picChg>
      </pc:sldChg>
      <pc:sldChg chg="addSp delSp modSp new mod">
        <pc:chgData name="Guillaume Courtemanche" userId="35de7e6f-368f-4885-a7a3-546b113bf0d3" providerId="ADAL" clId="{FB0E1C33-336E-4813-80CC-EEA0F6700ECE}" dt="2021-10-05T22:11:25.157" v="3089" actId="1076"/>
        <pc:sldMkLst>
          <pc:docMk/>
          <pc:sldMk cId="1923521160" sldId="288"/>
        </pc:sldMkLst>
        <pc:spChg chg="mod">
          <ac:chgData name="Guillaume Courtemanche" userId="35de7e6f-368f-4885-a7a3-546b113bf0d3" providerId="ADAL" clId="{FB0E1C33-336E-4813-80CC-EEA0F6700ECE}" dt="2021-10-05T22:09:29.242" v="2983" actId="20577"/>
          <ac:spMkLst>
            <pc:docMk/>
            <pc:sldMk cId="1923521160" sldId="288"/>
            <ac:spMk id="2" creationId="{DA8FD217-576A-4238-BED5-88C444F54966}"/>
          </ac:spMkLst>
        </pc:spChg>
        <pc:spChg chg="mod">
          <ac:chgData name="Guillaume Courtemanche" userId="35de7e6f-368f-4885-a7a3-546b113bf0d3" providerId="ADAL" clId="{FB0E1C33-336E-4813-80CC-EEA0F6700ECE}" dt="2021-10-05T22:11:01.621" v="3082" actId="1076"/>
          <ac:spMkLst>
            <pc:docMk/>
            <pc:sldMk cId="1923521160" sldId="288"/>
            <ac:spMk id="3" creationId="{65891753-D44D-4C0D-B405-1E99F038A2CD}"/>
          </ac:spMkLst>
        </pc:spChg>
        <pc:spChg chg="add del mod">
          <ac:chgData name="Guillaume Courtemanche" userId="35de7e6f-368f-4885-a7a3-546b113bf0d3" providerId="ADAL" clId="{FB0E1C33-336E-4813-80CC-EEA0F6700ECE}" dt="2021-10-05T22:11:02.389" v="3083"/>
          <ac:spMkLst>
            <pc:docMk/>
            <pc:sldMk cId="1923521160" sldId="288"/>
            <ac:spMk id="4" creationId="{41294A69-809C-4937-8ABE-A0122A929754}"/>
          </ac:spMkLst>
        </pc:spChg>
        <pc:spChg chg="add del mod">
          <ac:chgData name="Guillaume Courtemanche" userId="35de7e6f-368f-4885-a7a3-546b113bf0d3" providerId="ADAL" clId="{FB0E1C33-336E-4813-80CC-EEA0F6700ECE}" dt="2021-10-05T22:11:06.696" v="3087"/>
          <ac:spMkLst>
            <pc:docMk/>
            <pc:sldMk cId="1923521160" sldId="288"/>
            <ac:spMk id="5" creationId="{C1D64929-C1B3-489D-AB9C-1BD83A395863}"/>
          </ac:spMkLst>
        </pc:spChg>
        <pc:picChg chg="add mod">
          <ac:chgData name="Guillaume Courtemanche" userId="35de7e6f-368f-4885-a7a3-546b113bf0d3" providerId="ADAL" clId="{FB0E1C33-336E-4813-80CC-EEA0F6700ECE}" dt="2021-10-05T22:11:25.157" v="3089" actId="1076"/>
          <ac:picMkLst>
            <pc:docMk/>
            <pc:sldMk cId="1923521160" sldId="288"/>
            <ac:picMk id="7" creationId="{768D9E43-DEAC-41C4-9997-C8C3105841B9}"/>
          </ac:picMkLst>
        </pc:picChg>
      </pc:sldChg>
      <pc:sldChg chg="modSp new mod">
        <pc:chgData name="Guillaume Courtemanche" userId="35de7e6f-368f-4885-a7a3-546b113bf0d3" providerId="ADAL" clId="{FB0E1C33-336E-4813-80CC-EEA0F6700ECE}" dt="2021-10-05T22:13:04.615" v="3349" actId="403"/>
        <pc:sldMkLst>
          <pc:docMk/>
          <pc:sldMk cId="4013021808" sldId="289"/>
        </pc:sldMkLst>
        <pc:spChg chg="mod">
          <ac:chgData name="Guillaume Courtemanche" userId="35de7e6f-368f-4885-a7a3-546b113bf0d3" providerId="ADAL" clId="{FB0E1C33-336E-4813-80CC-EEA0F6700ECE}" dt="2021-10-05T22:11:50.929" v="3123" actId="20577"/>
          <ac:spMkLst>
            <pc:docMk/>
            <pc:sldMk cId="4013021808" sldId="289"/>
            <ac:spMk id="2" creationId="{A6F656AF-34C0-435A-A189-A2C97C875215}"/>
          </ac:spMkLst>
        </pc:spChg>
        <pc:spChg chg="mod">
          <ac:chgData name="Guillaume Courtemanche" userId="35de7e6f-368f-4885-a7a3-546b113bf0d3" providerId="ADAL" clId="{FB0E1C33-336E-4813-80CC-EEA0F6700ECE}" dt="2021-10-05T22:13:04.615" v="3349" actId="403"/>
          <ac:spMkLst>
            <pc:docMk/>
            <pc:sldMk cId="4013021808" sldId="289"/>
            <ac:spMk id="3" creationId="{BAA3F2D9-697C-403C-AB5F-8690FF68140E}"/>
          </ac:spMkLst>
        </pc:spChg>
      </pc:sldChg>
      <pc:sldChg chg="addSp modSp new mod">
        <pc:chgData name="Guillaume Courtemanche" userId="35de7e6f-368f-4885-a7a3-546b113bf0d3" providerId="ADAL" clId="{FB0E1C33-336E-4813-80CC-EEA0F6700ECE}" dt="2021-10-05T22:24:48.949" v="3779" actId="14100"/>
        <pc:sldMkLst>
          <pc:docMk/>
          <pc:sldMk cId="3705162318" sldId="290"/>
        </pc:sldMkLst>
        <pc:spChg chg="mod">
          <ac:chgData name="Guillaume Courtemanche" userId="35de7e6f-368f-4885-a7a3-546b113bf0d3" providerId="ADAL" clId="{FB0E1C33-336E-4813-80CC-EEA0F6700ECE}" dt="2021-10-05T22:13:46.504" v="3409" actId="20577"/>
          <ac:spMkLst>
            <pc:docMk/>
            <pc:sldMk cId="3705162318" sldId="290"/>
            <ac:spMk id="2" creationId="{53391AC6-F6C7-4EB2-AF02-9790D9CC0900}"/>
          </ac:spMkLst>
        </pc:spChg>
        <pc:spChg chg="mod">
          <ac:chgData name="Guillaume Courtemanche" userId="35de7e6f-368f-4885-a7a3-546b113bf0d3" providerId="ADAL" clId="{FB0E1C33-336E-4813-80CC-EEA0F6700ECE}" dt="2021-10-05T22:24:48.949" v="3779" actId="14100"/>
          <ac:spMkLst>
            <pc:docMk/>
            <pc:sldMk cId="3705162318" sldId="290"/>
            <ac:spMk id="3" creationId="{DFEACCC7-2049-4882-AB5D-E4F6141CA9E2}"/>
          </ac:spMkLst>
        </pc:spChg>
        <pc:picChg chg="add mod">
          <ac:chgData name="Guillaume Courtemanche" userId="35de7e6f-368f-4885-a7a3-546b113bf0d3" providerId="ADAL" clId="{FB0E1C33-336E-4813-80CC-EEA0F6700ECE}" dt="2021-10-05T22:24:47.382" v="3778" actId="1076"/>
          <ac:picMkLst>
            <pc:docMk/>
            <pc:sldMk cId="3705162318" sldId="290"/>
            <ac:picMk id="5" creationId="{E43E5264-0F80-4DD1-8187-3E6195AEEFA8}"/>
          </ac:picMkLst>
        </pc:picChg>
      </pc:sldChg>
      <pc:sldChg chg="addSp delSp modSp add mod">
        <pc:chgData name="Guillaume Courtemanche" userId="35de7e6f-368f-4885-a7a3-546b113bf0d3" providerId="ADAL" clId="{FB0E1C33-336E-4813-80CC-EEA0F6700ECE}" dt="2021-10-05T22:32:28.577" v="4367" actId="20577"/>
        <pc:sldMkLst>
          <pc:docMk/>
          <pc:sldMk cId="3133636079" sldId="291"/>
        </pc:sldMkLst>
        <pc:spChg chg="mod">
          <ac:chgData name="Guillaume Courtemanche" userId="35de7e6f-368f-4885-a7a3-546b113bf0d3" providerId="ADAL" clId="{FB0E1C33-336E-4813-80CC-EEA0F6700ECE}" dt="2021-10-05T22:32:28.577" v="4367" actId="20577"/>
          <ac:spMkLst>
            <pc:docMk/>
            <pc:sldMk cId="3133636079" sldId="291"/>
            <ac:spMk id="3" creationId="{DFEACCC7-2049-4882-AB5D-E4F6141CA9E2}"/>
          </ac:spMkLst>
        </pc:spChg>
        <pc:graphicFrameChg chg="add mod modGraphic">
          <ac:chgData name="Guillaume Courtemanche" userId="35de7e6f-368f-4885-a7a3-546b113bf0d3" providerId="ADAL" clId="{FB0E1C33-336E-4813-80CC-EEA0F6700ECE}" dt="2021-10-05T22:29:14.144" v="4076"/>
          <ac:graphicFrameMkLst>
            <pc:docMk/>
            <pc:sldMk cId="3133636079" sldId="291"/>
            <ac:graphicFrameMk id="4" creationId="{12CC4B35-F662-4F8B-B1DD-AA2C1E2B632C}"/>
          </ac:graphicFrameMkLst>
        </pc:graphicFrameChg>
        <pc:picChg chg="del">
          <ac:chgData name="Guillaume Courtemanche" userId="35de7e6f-368f-4885-a7a3-546b113bf0d3" providerId="ADAL" clId="{FB0E1C33-336E-4813-80CC-EEA0F6700ECE}" dt="2021-10-05T22:24:55.680" v="3781" actId="478"/>
          <ac:picMkLst>
            <pc:docMk/>
            <pc:sldMk cId="3133636079" sldId="291"/>
            <ac:picMk id="5" creationId="{E43E5264-0F80-4DD1-8187-3E6195AEEFA8}"/>
          </ac:picMkLst>
        </pc:picChg>
      </pc:sldChg>
      <pc:sldChg chg="new del">
        <pc:chgData name="Guillaume Courtemanche" userId="35de7e6f-368f-4885-a7a3-546b113bf0d3" providerId="ADAL" clId="{FB0E1C33-336E-4813-80CC-EEA0F6700ECE}" dt="2021-10-05T22:30:24.761" v="4079" actId="47"/>
        <pc:sldMkLst>
          <pc:docMk/>
          <pc:sldMk cId="3744242793" sldId="292"/>
        </pc:sldMkLst>
      </pc:sldChg>
      <pc:sldChg chg="modSp add mod">
        <pc:chgData name="Guillaume Courtemanche" userId="35de7e6f-368f-4885-a7a3-546b113bf0d3" providerId="ADAL" clId="{FB0E1C33-336E-4813-80CC-EEA0F6700ECE}" dt="2021-10-05T22:32:16.059" v="4325" actId="2711"/>
        <pc:sldMkLst>
          <pc:docMk/>
          <pc:sldMk cId="2754405085" sldId="293"/>
        </pc:sldMkLst>
        <pc:spChg chg="mod">
          <ac:chgData name="Guillaume Courtemanche" userId="35de7e6f-368f-4885-a7a3-546b113bf0d3" providerId="ADAL" clId="{FB0E1C33-336E-4813-80CC-EEA0F6700ECE}" dt="2021-10-05T22:32:16.059" v="4325" actId="2711"/>
          <ac:spMkLst>
            <pc:docMk/>
            <pc:sldMk cId="2754405085" sldId="293"/>
            <ac:spMk id="3" creationId="{DFEACCC7-2049-4882-AB5D-E4F6141CA9E2}"/>
          </ac:spMkLst>
        </pc:spChg>
      </pc:sldChg>
      <pc:sldChg chg="modSp new mod">
        <pc:chgData name="Guillaume Courtemanche" userId="35de7e6f-368f-4885-a7a3-546b113bf0d3" providerId="ADAL" clId="{FB0E1C33-336E-4813-80CC-EEA0F6700ECE}" dt="2021-10-05T22:34:02.071" v="4775" actId="313"/>
        <pc:sldMkLst>
          <pc:docMk/>
          <pc:sldMk cId="3565513099" sldId="294"/>
        </pc:sldMkLst>
        <pc:spChg chg="mod">
          <ac:chgData name="Guillaume Courtemanche" userId="35de7e6f-368f-4885-a7a3-546b113bf0d3" providerId="ADAL" clId="{FB0E1C33-336E-4813-80CC-EEA0F6700ECE}" dt="2021-10-05T22:32:47.912" v="4378" actId="20577"/>
          <ac:spMkLst>
            <pc:docMk/>
            <pc:sldMk cId="3565513099" sldId="294"/>
            <ac:spMk id="2" creationId="{A427FCB7-9827-4C50-87A9-CB36301D4878}"/>
          </ac:spMkLst>
        </pc:spChg>
        <pc:spChg chg="mod">
          <ac:chgData name="Guillaume Courtemanche" userId="35de7e6f-368f-4885-a7a3-546b113bf0d3" providerId="ADAL" clId="{FB0E1C33-336E-4813-80CC-EEA0F6700ECE}" dt="2021-10-05T22:34:02.071" v="4775" actId="313"/>
          <ac:spMkLst>
            <pc:docMk/>
            <pc:sldMk cId="3565513099" sldId="294"/>
            <ac:spMk id="3" creationId="{C0D3778E-8C7F-43F8-A6D8-D5CA963DB28F}"/>
          </ac:spMkLst>
        </pc:spChg>
      </pc:sldChg>
    </pc:docChg>
  </pc:docChgLst>
  <pc:docChgLst>
    <pc:chgData name="Guillaume Courtemanche" userId="35de7e6f-368f-4885-a7a3-546b113bf0d3" providerId="ADAL" clId="{72533612-C7E5-4825-B7A4-7F8F54856477}"/>
    <pc:docChg chg="undo custSel addSld delSld modSld">
      <pc:chgData name="Guillaume Courtemanche" userId="35de7e6f-368f-4885-a7a3-546b113bf0d3" providerId="ADAL" clId="{72533612-C7E5-4825-B7A4-7F8F54856477}" dt="2021-07-27T19:23:09.899" v="4045" actId="1076"/>
      <pc:docMkLst>
        <pc:docMk/>
      </pc:docMkLst>
      <pc:sldChg chg="modSp mod">
        <pc:chgData name="Guillaume Courtemanche" userId="35de7e6f-368f-4885-a7a3-546b113bf0d3" providerId="ADAL" clId="{72533612-C7E5-4825-B7A4-7F8F54856477}" dt="2021-07-22T16:09:09.098" v="10" actId="20577"/>
        <pc:sldMkLst>
          <pc:docMk/>
          <pc:sldMk cId="2713541678" sldId="256"/>
        </pc:sldMkLst>
        <pc:spChg chg="mod">
          <ac:chgData name="Guillaume Courtemanche" userId="35de7e6f-368f-4885-a7a3-546b113bf0d3" providerId="ADAL" clId="{72533612-C7E5-4825-B7A4-7F8F54856477}" dt="2021-07-22T16:09:09.098" v="10" actId="20577"/>
          <ac:spMkLst>
            <pc:docMk/>
            <pc:sldMk cId="2713541678" sldId="256"/>
            <ac:spMk id="2" creationId="{2EEC839D-8E01-432A-A5BF-096D6C649AE7}"/>
          </ac:spMkLst>
        </pc:spChg>
      </pc:sldChg>
      <pc:sldChg chg="del">
        <pc:chgData name="Guillaume Courtemanche" userId="35de7e6f-368f-4885-a7a3-546b113bf0d3" providerId="ADAL" clId="{72533612-C7E5-4825-B7A4-7F8F54856477}" dt="2021-07-22T16:09:03.562" v="0" actId="47"/>
        <pc:sldMkLst>
          <pc:docMk/>
          <pc:sldMk cId="596132037" sldId="257"/>
        </pc:sldMkLst>
      </pc:sldChg>
      <pc:sldChg chg="modSp new mod">
        <pc:chgData name="Guillaume Courtemanche" userId="35de7e6f-368f-4885-a7a3-546b113bf0d3" providerId="ADAL" clId="{72533612-C7E5-4825-B7A4-7F8F54856477}" dt="2021-07-22T16:10:20.253" v="254" actId="113"/>
        <pc:sldMkLst>
          <pc:docMk/>
          <pc:sldMk cId="4075726084" sldId="257"/>
        </pc:sldMkLst>
        <pc:spChg chg="mod">
          <ac:chgData name="Guillaume Courtemanche" userId="35de7e6f-368f-4885-a7a3-546b113bf0d3" providerId="ADAL" clId="{72533612-C7E5-4825-B7A4-7F8F54856477}" dt="2021-07-22T16:09:15.537" v="21" actId="20577"/>
          <ac:spMkLst>
            <pc:docMk/>
            <pc:sldMk cId="4075726084" sldId="257"/>
            <ac:spMk id="2" creationId="{EF15F864-C983-4B40-8817-867E02D033A0}"/>
          </ac:spMkLst>
        </pc:spChg>
        <pc:spChg chg="mod">
          <ac:chgData name="Guillaume Courtemanche" userId="35de7e6f-368f-4885-a7a3-546b113bf0d3" providerId="ADAL" clId="{72533612-C7E5-4825-B7A4-7F8F54856477}" dt="2021-07-22T16:10:20.253" v="254" actId="113"/>
          <ac:spMkLst>
            <pc:docMk/>
            <pc:sldMk cId="4075726084" sldId="257"/>
            <ac:spMk id="3" creationId="{D1F93FBE-77A3-4968-96FF-D7121D406ACB}"/>
          </ac:spMkLst>
        </pc:spChg>
      </pc:sldChg>
      <pc:sldChg chg="addSp modSp new mod">
        <pc:chgData name="Guillaume Courtemanche" userId="35de7e6f-368f-4885-a7a3-546b113bf0d3" providerId="ADAL" clId="{72533612-C7E5-4825-B7A4-7F8F54856477}" dt="2021-07-22T16:42:41.516" v="390" actId="20577"/>
        <pc:sldMkLst>
          <pc:docMk/>
          <pc:sldMk cId="361097628" sldId="258"/>
        </pc:sldMkLst>
        <pc:spChg chg="mod">
          <ac:chgData name="Guillaume Courtemanche" userId="35de7e6f-368f-4885-a7a3-546b113bf0d3" providerId="ADAL" clId="{72533612-C7E5-4825-B7A4-7F8F54856477}" dt="2021-07-22T16:33:22.185" v="310" actId="20577"/>
          <ac:spMkLst>
            <pc:docMk/>
            <pc:sldMk cId="361097628" sldId="258"/>
            <ac:spMk id="2" creationId="{7115D0FE-0A73-4812-B9CF-3D8D71ACBA7A}"/>
          </ac:spMkLst>
        </pc:spChg>
        <pc:spChg chg="mod">
          <ac:chgData name="Guillaume Courtemanche" userId="35de7e6f-368f-4885-a7a3-546b113bf0d3" providerId="ADAL" clId="{72533612-C7E5-4825-B7A4-7F8F54856477}" dt="2021-07-22T16:42:41.516" v="390" actId="20577"/>
          <ac:spMkLst>
            <pc:docMk/>
            <pc:sldMk cId="361097628" sldId="258"/>
            <ac:spMk id="3" creationId="{89F378B7-7A46-41ED-BFEA-859A285F0180}"/>
          </ac:spMkLst>
        </pc:spChg>
        <pc:picChg chg="add mod">
          <ac:chgData name="Guillaume Courtemanche" userId="35de7e6f-368f-4885-a7a3-546b113bf0d3" providerId="ADAL" clId="{72533612-C7E5-4825-B7A4-7F8F54856477}" dt="2021-07-22T16:42:19.826" v="312" actId="1076"/>
          <ac:picMkLst>
            <pc:docMk/>
            <pc:sldMk cId="361097628" sldId="258"/>
            <ac:picMk id="5" creationId="{D8388F6C-E833-4383-AB6C-9D0C0941D7D9}"/>
          </ac:picMkLst>
        </pc:picChg>
      </pc:sldChg>
      <pc:sldChg chg="del">
        <pc:chgData name="Guillaume Courtemanche" userId="35de7e6f-368f-4885-a7a3-546b113bf0d3" providerId="ADAL" clId="{72533612-C7E5-4825-B7A4-7F8F54856477}" dt="2021-07-22T16:09:03.562" v="0" actId="47"/>
        <pc:sldMkLst>
          <pc:docMk/>
          <pc:sldMk cId="3329160327" sldId="258"/>
        </pc:sldMkLst>
      </pc:sldChg>
      <pc:sldChg chg="del">
        <pc:chgData name="Guillaume Courtemanche" userId="35de7e6f-368f-4885-a7a3-546b113bf0d3" providerId="ADAL" clId="{72533612-C7E5-4825-B7A4-7F8F54856477}" dt="2021-07-22T16:09:03.562" v="0" actId="47"/>
        <pc:sldMkLst>
          <pc:docMk/>
          <pc:sldMk cId="2440086098" sldId="259"/>
        </pc:sldMkLst>
      </pc:sldChg>
      <pc:sldChg chg="addSp delSp modSp add mod">
        <pc:chgData name="Guillaume Courtemanche" userId="35de7e6f-368f-4885-a7a3-546b113bf0d3" providerId="ADAL" clId="{72533612-C7E5-4825-B7A4-7F8F54856477}" dt="2021-07-22T16:43:57.077" v="437" actId="1076"/>
        <pc:sldMkLst>
          <pc:docMk/>
          <pc:sldMk cId="3424073144" sldId="259"/>
        </pc:sldMkLst>
        <pc:spChg chg="mod">
          <ac:chgData name="Guillaume Courtemanche" userId="35de7e6f-368f-4885-a7a3-546b113bf0d3" providerId="ADAL" clId="{72533612-C7E5-4825-B7A4-7F8F54856477}" dt="2021-07-22T16:43:53.914" v="436" actId="403"/>
          <ac:spMkLst>
            <pc:docMk/>
            <pc:sldMk cId="3424073144" sldId="259"/>
            <ac:spMk id="3" creationId="{89F378B7-7A46-41ED-BFEA-859A285F0180}"/>
          </ac:spMkLst>
        </pc:spChg>
        <pc:picChg chg="del">
          <ac:chgData name="Guillaume Courtemanche" userId="35de7e6f-368f-4885-a7a3-546b113bf0d3" providerId="ADAL" clId="{72533612-C7E5-4825-B7A4-7F8F54856477}" dt="2021-07-22T16:42:50.590" v="392" actId="478"/>
          <ac:picMkLst>
            <pc:docMk/>
            <pc:sldMk cId="3424073144" sldId="259"/>
            <ac:picMk id="5" creationId="{D8388F6C-E833-4383-AB6C-9D0C0941D7D9}"/>
          </ac:picMkLst>
        </pc:picChg>
        <pc:picChg chg="add mod">
          <ac:chgData name="Guillaume Courtemanche" userId="35de7e6f-368f-4885-a7a3-546b113bf0d3" providerId="ADAL" clId="{72533612-C7E5-4825-B7A4-7F8F54856477}" dt="2021-07-22T16:43:57.077" v="437" actId="1076"/>
          <ac:picMkLst>
            <pc:docMk/>
            <pc:sldMk cId="3424073144" sldId="259"/>
            <ac:picMk id="6" creationId="{452C7F5A-A722-4A6D-A23F-4A3AA116C7F7}"/>
          </ac:picMkLst>
        </pc:picChg>
      </pc:sldChg>
      <pc:sldChg chg="addSp delSp modSp add mod">
        <pc:chgData name="Guillaume Courtemanche" userId="35de7e6f-368f-4885-a7a3-546b113bf0d3" providerId="ADAL" clId="{72533612-C7E5-4825-B7A4-7F8F54856477}" dt="2021-07-22T16:45:01.779" v="472" actId="1582"/>
        <pc:sldMkLst>
          <pc:docMk/>
          <pc:sldMk cId="1297225684" sldId="260"/>
        </pc:sldMkLst>
        <pc:spChg chg="del mod">
          <ac:chgData name="Guillaume Courtemanche" userId="35de7e6f-368f-4885-a7a3-546b113bf0d3" providerId="ADAL" clId="{72533612-C7E5-4825-B7A4-7F8F54856477}" dt="2021-07-22T16:44:04.356" v="440" actId="478"/>
          <ac:spMkLst>
            <pc:docMk/>
            <pc:sldMk cId="1297225684" sldId="260"/>
            <ac:spMk id="3" creationId="{89F378B7-7A46-41ED-BFEA-859A285F0180}"/>
          </ac:spMkLst>
        </pc:spChg>
        <pc:spChg chg="add mod">
          <ac:chgData name="Guillaume Courtemanche" userId="35de7e6f-368f-4885-a7a3-546b113bf0d3" providerId="ADAL" clId="{72533612-C7E5-4825-B7A4-7F8F54856477}" dt="2021-07-22T16:44:22.963" v="445" actId="1582"/>
          <ac:spMkLst>
            <pc:docMk/>
            <pc:sldMk cId="1297225684" sldId="260"/>
            <ac:spMk id="4" creationId="{BC1CC15D-F920-4D9A-863F-F69307122911}"/>
          </ac:spMkLst>
        </pc:spChg>
        <pc:spChg chg="add mod">
          <ac:chgData name="Guillaume Courtemanche" userId="35de7e6f-368f-4885-a7a3-546b113bf0d3" providerId="ADAL" clId="{72533612-C7E5-4825-B7A4-7F8F54856477}" dt="2021-07-22T16:44:46.769" v="468" actId="1076"/>
          <ac:spMkLst>
            <pc:docMk/>
            <pc:sldMk cId="1297225684" sldId="260"/>
            <ac:spMk id="5" creationId="{0A3C419C-F225-4133-9D1A-83CA30857086}"/>
          </ac:spMkLst>
        </pc:spChg>
        <pc:picChg chg="mod">
          <ac:chgData name="Guillaume Courtemanche" userId="35de7e6f-368f-4885-a7a3-546b113bf0d3" providerId="ADAL" clId="{72533612-C7E5-4825-B7A4-7F8F54856477}" dt="2021-07-22T16:44:08.385" v="441" actId="1076"/>
          <ac:picMkLst>
            <pc:docMk/>
            <pc:sldMk cId="1297225684" sldId="260"/>
            <ac:picMk id="6" creationId="{452C7F5A-A722-4A6D-A23F-4A3AA116C7F7}"/>
          </ac:picMkLst>
        </pc:picChg>
        <pc:cxnChg chg="add mod">
          <ac:chgData name="Guillaume Courtemanche" userId="35de7e6f-368f-4885-a7a3-546b113bf0d3" providerId="ADAL" clId="{72533612-C7E5-4825-B7A4-7F8F54856477}" dt="2021-07-22T16:45:01.779" v="472" actId="1582"/>
          <ac:cxnSpMkLst>
            <pc:docMk/>
            <pc:sldMk cId="1297225684" sldId="260"/>
            <ac:cxnSpMk id="8" creationId="{BDD7C57A-1A49-4114-9F67-C47998CBDDC5}"/>
          </ac:cxnSpMkLst>
        </pc:cxnChg>
      </pc:sldChg>
      <pc:sldChg chg="del">
        <pc:chgData name="Guillaume Courtemanche" userId="35de7e6f-368f-4885-a7a3-546b113bf0d3" providerId="ADAL" clId="{72533612-C7E5-4825-B7A4-7F8F54856477}" dt="2021-07-22T16:09:03.562" v="0" actId="47"/>
        <pc:sldMkLst>
          <pc:docMk/>
          <pc:sldMk cId="3879173751" sldId="260"/>
        </pc:sldMkLst>
      </pc:sldChg>
      <pc:sldChg chg="addSp delSp modSp add mod">
        <pc:chgData name="Guillaume Courtemanche" userId="35de7e6f-368f-4885-a7a3-546b113bf0d3" providerId="ADAL" clId="{72533612-C7E5-4825-B7A4-7F8F54856477}" dt="2021-07-22T16:47:45.255" v="589" actId="14100"/>
        <pc:sldMkLst>
          <pc:docMk/>
          <pc:sldMk cId="2523203377" sldId="261"/>
        </pc:sldMkLst>
        <pc:spChg chg="del">
          <ac:chgData name="Guillaume Courtemanche" userId="35de7e6f-368f-4885-a7a3-546b113bf0d3" providerId="ADAL" clId="{72533612-C7E5-4825-B7A4-7F8F54856477}" dt="2021-07-22T16:45:15.858" v="478" actId="478"/>
          <ac:spMkLst>
            <pc:docMk/>
            <pc:sldMk cId="2523203377" sldId="261"/>
            <ac:spMk id="4" creationId="{BC1CC15D-F920-4D9A-863F-F69307122911}"/>
          </ac:spMkLst>
        </pc:spChg>
        <pc:spChg chg="del">
          <ac:chgData name="Guillaume Courtemanche" userId="35de7e6f-368f-4885-a7a3-546b113bf0d3" providerId="ADAL" clId="{72533612-C7E5-4825-B7A4-7F8F54856477}" dt="2021-07-22T16:45:11.701" v="474" actId="478"/>
          <ac:spMkLst>
            <pc:docMk/>
            <pc:sldMk cId="2523203377" sldId="261"/>
            <ac:spMk id="5" creationId="{0A3C419C-F225-4133-9D1A-83CA30857086}"/>
          </ac:spMkLst>
        </pc:spChg>
        <pc:spChg chg="add mod">
          <ac:chgData name="Guillaume Courtemanche" userId="35de7e6f-368f-4885-a7a3-546b113bf0d3" providerId="ADAL" clId="{72533612-C7E5-4825-B7A4-7F8F54856477}" dt="2021-07-22T16:45:53.639" v="488" actId="14100"/>
          <ac:spMkLst>
            <pc:docMk/>
            <pc:sldMk cId="2523203377" sldId="261"/>
            <ac:spMk id="9" creationId="{0250C8DC-81BA-49F1-AC8F-8C98BB991F9B}"/>
          </ac:spMkLst>
        </pc:spChg>
        <pc:spChg chg="add mod">
          <ac:chgData name="Guillaume Courtemanche" userId="35de7e6f-368f-4885-a7a3-546b113bf0d3" providerId="ADAL" clId="{72533612-C7E5-4825-B7A4-7F8F54856477}" dt="2021-07-22T16:46:06.650" v="492" actId="1076"/>
          <ac:spMkLst>
            <pc:docMk/>
            <pc:sldMk cId="2523203377" sldId="261"/>
            <ac:spMk id="10" creationId="{43437BE7-1455-420A-A18E-6AA796CA7A10}"/>
          </ac:spMkLst>
        </pc:spChg>
        <pc:spChg chg="add mod">
          <ac:chgData name="Guillaume Courtemanche" userId="35de7e6f-368f-4885-a7a3-546b113bf0d3" providerId="ADAL" clId="{72533612-C7E5-4825-B7A4-7F8F54856477}" dt="2021-07-22T16:46:37.196" v="572" actId="1076"/>
          <ac:spMkLst>
            <pc:docMk/>
            <pc:sldMk cId="2523203377" sldId="261"/>
            <ac:spMk id="11" creationId="{7D384E87-F208-47C0-9D83-F683323BFFF3}"/>
          </ac:spMkLst>
        </pc:spChg>
        <pc:spChg chg="add mod">
          <ac:chgData name="Guillaume Courtemanche" userId="35de7e6f-368f-4885-a7a3-546b113bf0d3" providerId="ADAL" clId="{72533612-C7E5-4825-B7A4-7F8F54856477}" dt="2021-07-22T16:47:31.604" v="584" actId="1076"/>
          <ac:spMkLst>
            <pc:docMk/>
            <pc:sldMk cId="2523203377" sldId="261"/>
            <ac:spMk id="21" creationId="{429D5407-414F-4826-903C-6E8AF81AA66F}"/>
          </ac:spMkLst>
        </pc:spChg>
        <pc:spChg chg="add mod">
          <ac:chgData name="Guillaume Courtemanche" userId="35de7e6f-368f-4885-a7a3-546b113bf0d3" providerId="ADAL" clId="{72533612-C7E5-4825-B7A4-7F8F54856477}" dt="2021-07-22T16:47:38.282" v="586" actId="1076"/>
          <ac:spMkLst>
            <pc:docMk/>
            <pc:sldMk cId="2523203377" sldId="261"/>
            <ac:spMk id="22" creationId="{34BAF9E4-EF77-4829-A0BE-10118A58E875}"/>
          </ac:spMkLst>
        </pc:spChg>
        <pc:picChg chg="add del mod">
          <ac:chgData name="Guillaume Courtemanche" userId="35de7e6f-368f-4885-a7a3-546b113bf0d3" providerId="ADAL" clId="{72533612-C7E5-4825-B7A4-7F8F54856477}" dt="2021-07-22T16:45:36.352" v="483" actId="1076"/>
          <ac:picMkLst>
            <pc:docMk/>
            <pc:sldMk cId="2523203377" sldId="261"/>
            <ac:picMk id="6" creationId="{452C7F5A-A722-4A6D-A23F-4A3AA116C7F7}"/>
          </ac:picMkLst>
        </pc:picChg>
        <pc:picChg chg="add mod">
          <ac:chgData name="Guillaume Courtemanche" userId="35de7e6f-368f-4885-a7a3-546b113bf0d3" providerId="ADAL" clId="{72533612-C7E5-4825-B7A4-7F8F54856477}" dt="2021-07-22T16:46:01.861" v="491" actId="1076"/>
          <ac:picMkLst>
            <pc:docMk/>
            <pc:sldMk cId="2523203377" sldId="261"/>
            <ac:picMk id="7" creationId="{459E758B-7180-4E34-A4FF-D0988DB02F4E}"/>
          </ac:picMkLst>
        </pc:picChg>
        <pc:cxnChg chg="del mod">
          <ac:chgData name="Guillaume Courtemanche" userId="35de7e6f-368f-4885-a7a3-546b113bf0d3" providerId="ADAL" clId="{72533612-C7E5-4825-B7A4-7F8F54856477}" dt="2021-07-22T16:45:12.588" v="475" actId="478"/>
          <ac:cxnSpMkLst>
            <pc:docMk/>
            <pc:sldMk cId="2523203377" sldId="261"/>
            <ac:cxnSpMk id="8" creationId="{BDD7C57A-1A49-4114-9F67-C47998CBDDC5}"/>
          </ac:cxnSpMkLst>
        </pc:cxnChg>
        <pc:cxnChg chg="add mod">
          <ac:chgData name="Guillaume Courtemanche" userId="35de7e6f-368f-4885-a7a3-546b113bf0d3" providerId="ADAL" clId="{72533612-C7E5-4825-B7A4-7F8F54856477}" dt="2021-07-22T16:47:02.147" v="577" actId="14100"/>
          <ac:cxnSpMkLst>
            <pc:docMk/>
            <pc:sldMk cId="2523203377" sldId="261"/>
            <ac:cxnSpMk id="12" creationId="{9FB9AB15-D1D7-4EF3-966A-24D20BB2EE6C}"/>
          </ac:cxnSpMkLst>
        </pc:cxnChg>
        <pc:cxnChg chg="add mod">
          <ac:chgData name="Guillaume Courtemanche" userId="35de7e6f-368f-4885-a7a3-546b113bf0d3" providerId="ADAL" clId="{72533612-C7E5-4825-B7A4-7F8F54856477}" dt="2021-07-22T16:47:14.883" v="582" actId="14100"/>
          <ac:cxnSpMkLst>
            <pc:docMk/>
            <pc:sldMk cId="2523203377" sldId="261"/>
            <ac:cxnSpMk id="16" creationId="{AACF388C-809D-4383-A296-BC26D8125977}"/>
          </ac:cxnSpMkLst>
        </pc:cxnChg>
        <pc:cxnChg chg="add mod">
          <ac:chgData name="Guillaume Courtemanche" userId="35de7e6f-368f-4885-a7a3-546b113bf0d3" providerId="ADAL" clId="{72533612-C7E5-4825-B7A4-7F8F54856477}" dt="2021-07-22T16:47:45.255" v="589" actId="14100"/>
          <ac:cxnSpMkLst>
            <pc:docMk/>
            <pc:sldMk cId="2523203377" sldId="261"/>
            <ac:cxnSpMk id="23" creationId="{B1A24CAF-44CB-40B3-A2C0-B1C18F48DDB3}"/>
          </ac:cxnSpMkLst>
        </pc:cxnChg>
      </pc:sldChg>
      <pc:sldChg chg="del">
        <pc:chgData name="Guillaume Courtemanche" userId="35de7e6f-368f-4885-a7a3-546b113bf0d3" providerId="ADAL" clId="{72533612-C7E5-4825-B7A4-7F8F54856477}" dt="2021-07-22T16:09:03.562" v="0" actId="47"/>
        <pc:sldMkLst>
          <pc:docMk/>
          <pc:sldMk cId="3769889391" sldId="261"/>
        </pc:sldMkLst>
      </pc:sldChg>
      <pc:sldChg chg="add del">
        <pc:chgData name="Guillaume Courtemanche" userId="35de7e6f-368f-4885-a7a3-546b113bf0d3" providerId="ADAL" clId="{72533612-C7E5-4825-B7A4-7F8F54856477}" dt="2021-07-22T17:08:35.411" v="591" actId="47"/>
        <pc:sldMkLst>
          <pc:docMk/>
          <pc:sldMk cId="290783628" sldId="262"/>
        </pc:sldMkLst>
      </pc:sldChg>
      <pc:sldChg chg="add del">
        <pc:chgData name="Guillaume Courtemanche" userId="35de7e6f-368f-4885-a7a3-546b113bf0d3" providerId="ADAL" clId="{72533612-C7E5-4825-B7A4-7F8F54856477}" dt="2021-07-22T17:08:43.648" v="593" actId="2890"/>
        <pc:sldMkLst>
          <pc:docMk/>
          <pc:sldMk cId="1769921438" sldId="262"/>
        </pc:sldMkLst>
      </pc:sldChg>
      <pc:sldChg chg="addSp delSp modSp new mod">
        <pc:chgData name="Guillaume Courtemanche" userId="35de7e6f-368f-4885-a7a3-546b113bf0d3" providerId="ADAL" clId="{72533612-C7E5-4825-B7A4-7F8F54856477}" dt="2021-07-22T17:10:49.682" v="668" actId="1076"/>
        <pc:sldMkLst>
          <pc:docMk/>
          <pc:sldMk cId="3562637342" sldId="262"/>
        </pc:sldMkLst>
        <pc:spChg chg="mod">
          <ac:chgData name="Guillaume Courtemanche" userId="35de7e6f-368f-4885-a7a3-546b113bf0d3" providerId="ADAL" clId="{72533612-C7E5-4825-B7A4-7F8F54856477}" dt="2021-07-22T17:08:59.082" v="660" actId="20577"/>
          <ac:spMkLst>
            <pc:docMk/>
            <pc:sldMk cId="3562637342" sldId="262"/>
            <ac:spMk id="2" creationId="{74E426ED-2628-4A75-AC2D-005400AB1C7E}"/>
          </ac:spMkLst>
        </pc:spChg>
        <pc:spChg chg="del">
          <ac:chgData name="Guillaume Courtemanche" userId="35de7e6f-368f-4885-a7a3-546b113bf0d3" providerId="ADAL" clId="{72533612-C7E5-4825-B7A4-7F8F54856477}" dt="2021-07-22T17:09:20.585" v="661" actId="478"/>
          <ac:spMkLst>
            <pc:docMk/>
            <pc:sldMk cId="3562637342" sldId="262"/>
            <ac:spMk id="3" creationId="{7D6B7E9F-8C1C-4FD2-8C50-3251E55AB59B}"/>
          </ac:spMkLst>
        </pc:spChg>
        <pc:spChg chg="add mod">
          <ac:chgData name="Guillaume Courtemanche" userId="35de7e6f-368f-4885-a7a3-546b113bf0d3" providerId="ADAL" clId="{72533612-C7E5-4825-B7A4-7F8F54856477}" dt="2021-07-22T17:10:42.206" v="667" actId="1076"/>
          <ac:spMkLst>
            <pc:docMk/>
            <pc:sldMk cId="3562637342" sldId="262"/>
            <ac:spMk id="8" creationId="{00BBC6B1-7CC1-42C3-B2FF-FC8A356609DD}"/>
          </ac:spMkLst>
        </pc:spChg>
        <pc:picChg chg="add mod">
          <ac:chgData name="Guillaume Courtemanche" userId="35de7e6f-368f-4885-a7a3-546b113bf0d3" providerId="ADAL" clId="{72533612-C7E5-4825-B7A4-7F8F54856477}" dt="2021-07-22T17:09:25.303" v="663" actId="1076"/>
          <ac:picMkLst>
            <pc:docMk/>
            <pc:sldMk cId="3562637342" sldId="262"/>
            <ac:picMk id="5" creationId="{186F837A-074A-487C-AE87-9513111A9B49}"/>
          </ac:picMkLst>
        </pc:picChg>
        <pc:picChg chg="add mod">
          <ac:chgData name="Guillaume Courtemanche" userId="35de7e6f-368f-4885-a7a3-546b113bf0d3" providerId="ADAL" clId="{72533612-C7E5-4825-B7A4-7F8F54856477}" dt="2021-07-22T17:10:49.682" v="668" actId="1076"/>
          <ac:picMkLst>
            <pc:docMk/>
            <pc:sldMk cId="3562637342" sldId="262"/>
            <ac:picMk id="7" creationId="{218A908F-C9CF-4E6B-BA00-37D8C67AA1D0}"/>
          </ac:picMkLst>
        </pc:picChg>
      </pc:sldChg>
      <pc:sldChg chg="del">
        <pc:chgData name="Guillaume Courtemanche" userId="35de7e6f-368f-4885-a7a3-546b113bf0d3" providerId="ADAL" clId="{72533612-C7E5-4825-B7A4-7F8F54856477}" dt="2021-07-22T16:09:03.562" v="0" actId="47"/>
        <pc:sldMkLst>
          <pc:docMk/>
          <pc:sldMk cId="4184272371" sldId="262"/>
        </pc:sldMkLst>
      </pc:sldChg>
      <pc:sldChg chg="addSp delSp modSp add mod">
        <pc:chgData name="Guillaume Courtemanche" userId="35de7e6f-368f-4885-a7a3-546b113bf0d3" providerId="ADAL" clId="{72533612-C7E5-4825-B7A4-7F8F54856477}" dt="2021-07-22T17:14:34.296" v="1009" actId="14100"/>
        <pc:sldMkLst>
          <pc:docMk/>
          <pc:sldMk cId="642358187" sldId="263"/>
        </pc:sldMkLst>
        <pc:spChg chg="add mod">
          <ac:chgData name="Guillaume Courtemanche" userId="35de7e6f-368f-4885-a7a3-546b113bf0d3" providerId="ADAL" clId="{72533612-C7E5-4825-B7A4-7F8F54856477}" dt="2021-07-22T17:11:20.796" v="676" actId="14100"/>
          <ac:spMkLst>
            <pc:docMk/>
            <pc:sldMk cId="642358187" sldId="263"/>
            <ac:spMk id="6" creationId="{93B15C7E-0D2A-4B01-B1B7-71C9AA8303D5}"/>
          </ac:spMkLst>
        </pc:spChg>
        <pc:spChg chg="del">
          <ac:chgData name="Guillaume Courtemanche" userId="35de7e6f-368f-4885-a7a3-546b113bf0d3" providerId="ADAL" clId="{72533612-C7E5-4825-B7A4-7F8F54856477}" dt="2021-07-22T17:11:00.489" v="671" actId="478"/>
          <ac:spMkLst>
            <pc:docMk/>
            <pc:sldMk cId="642358187" sldId="263"/>
            <ac:spMk id="8" creationId="{00BBC6B1-7CC1-42C3-B2FF-FC8A356609DD}"/>
          </ac:spMkLst>
        </pc:spChg>
        <pc:spChg chg="add mod">
          <ac:chgData name="Guillaume Courtemanche" userId="35de7e6f-368f-4885-a7a3-546b113bf0d3" providerId="ADAL" clId="{72533612-C7E5-4825-B7A4-7F8F54856477}" dt="2021-07-22T17:11:41.470" v="682" actId="1076"/>
          <ac:spMkLst>
            <pc:docMk/>
            <pc:sldMk cId="642358187" sldId="263"/>
            <ac:spMk id="9" creationId="{B538E06B-F6E3-483E-A98B-42EBB7BEE07E}"/>
          </ac:spMkLst>
        </pc:spChg>
        <pc:spChg chg="add mod">
          <ac:chgData name="Guillaume Courtemanche" userId="35de7e6f-368f-4885-a7a3-546b113bf0d3" providerId="ADAL" clId="{72533612-C7E5-4825-B7A4-7F8F54856477}" dt="2021-07-22T17:11:48.801" v="684" actId="1076"/>
          <ac:spMkLst>
            <pc:docMk/>
            <pc:sldMk cId="642358187" sldId="263"/>
            <ac:spMk id="10" creationId="{D8661BBE-503E-4C63-94D6-6324A6C77371}"/>
          </ac:spMkLst>
        </pc:spChg>
        <pc:spChg chg="add mod">
          <ac:chgData name="Guillaume Courtemanche" userId="35de7e6f-368f-4885-a7a3-546b113bf0d3" providerId="ADAL" clId="{72533612-C7E5-4825-B7A4-7F8F54856477}" dt="2021-07-22T17:14:25.067" v="1008" actId="1076"/>
          <ac:spMkLst>
            <pc:docMk/>
            <pc:sldMk cId="642358187" sldId="263"/>
            <ac:spMk id="11" creationId="{1D2628D3-1F32-4A83-A24F-EE72247BAD23}"/>
          </ac:spMkLst>
        </pc:spChg>
        <pc:spChg chg="add mod">
          <ac:chgData name="Guillaume Courtemanche" userId="35de7e6f-368f-4885-a7a3-546b113bf0d3" providerId="ADAL" clId="{72533612-C7E5-4825-B7A4-7F8F54856477}" dt="2021-07-22T17:11:57.355" v="688" actId="1076"/>
          <ac:spMkLst>
            <pc:docMk/>
            <pc:sldMk cId="642358187" sldId="263"/>
            <ac:spMk id="12" creationId="{41AEC31B-9A60-47CA-9592-F967E7872154}"/>
          </ac:spMkLst>
        </pc:spChg>
        <pc:spChg chg="add mod">
          <ac:chgData name="Guillaume Courtemanche" userId="35de7e6f-368f-4885-a7a3-546b113bf0d3" providerId="ADAL" clId="{72533612-C7E5-4825-B7A4-7F8F54856477}" dt="2021-07-22T17:12:51.240" v="868" actId="20577"/>
          <ac:spMkLst>
            <pc:docMk/>
            <pc:sldMk cId="642358187" sldId="263"/>
            <ac:spMk id="13" creationId="{17B899A0-08A6-4538-952D-59DF848A10EF}"/>
          </ac:spMkLst>
        </pc:spChg>
        <pc:spChg chg="add mod">
          <ac:chgData name="Guillaume Courtemanche" userId="35de7e6f-368f-4885-a7a3-546b113bf0d3" providerId="ADAL" clId="{72533612-C7E5-4825-B7A4-7F8F54856477}" dt="2021-07-22T17:13:21.090" v="988" actId="20577"/>
          <ac:spMkLst>
            <pc:docMk/>
            <pc:sldMk cId="642358187" sldId="263"/>
            <ac:spMk id="14" creationId="{4F8A994A-A175-4A4A-B903-A12D7565B226}"/>
          </ac:spMkLst>
        </pc:spChg>
        <pc:picChg chg="del">
          <ac:chgData name="Guillaume Courtemanche" userId="35de7e6f-368f-4885-a7a3-546b113bf0d3" providerId="ADAL" clId="{72533612-C7E5-4825-B7A4-7F8F54856477}" dt="2021-07-22T17:10:59.702" v="670" actId="478"/>
          <ac:picMkLst>
            <pc:docMk/>
            <pc:sldMk cId="642358187" sldId="263"/>
            <ac:picMk id="5" creationId="{186F837A-074A-487C-AE87-9513111A9B49}"/>
          </ac:picMkLst>
        </pc:picChg>
        <pc:picChg chg="mod">
          <ac:chgData name="Guillaume Courtemanche" userId="35de7e6f-368f-4885-a7a3-546b113bf0d3" providerId="ADAL" clId="{72533612-C7E5-4825-B7A4-7F8F54856477}" dt="2021-07-22T17:11:03.381" v="672" actId="1076"/>
          <ac:picMkLst>
            <pc:docMk/>
            <pc:sldMk cId="642358187" sldId="263"/>
            <ac:picMk id="7" creationId="{218A908F-C9CF-4E6B-BA00-37D8C67AA1D0}"/>
          </ac:picMkLst>
        </pc:picChg>
        <pc:cxnChg chg="add mod">
          <ac:chgData name="Guillaume Courtemanche" userId="35de7e6f-368f-4885-a7a3-546b113bf0d3" providerId="ADAL" clId="{72533612-C7E5-4825-B7A4-7F8F54856477}" dt="2021-07-22T17:13:33.898" v="991" actId="14100"/>
          <ac:cxnSpMkLst>
            <pc:docMk/>
            <pc:sldMk cId="642358187" sldId="263"/>
            <ac:cxnSpMk id="15" creationId="{EE6050C3-F765-48DB-BF41-E24482D22C06}"/>
          </ac:cxnSpMkLst>
        </pc:cxnChg>
        <pc:cxnChg chg="add mod">
          <ac:chgData name="Guillaume Courtemanche" userId="35de7e6f-368f-4885-a7a3-546b113bf0d3" providerId="ADAL" clId="{72533612-C7E5-4825-B7A4-7F8F54856477}" dt="2021-07-22T17:14:07.941" v="1005" actId="14100"/>
          <ac:cxnSpMkLst>
            <pc:docMk/>
            <pc:sldMk cId="642358187" sldId="263"/>
            <ac:cxnSpMk id="16" creationId="{CCFD86D5-E702-47F3-9BD8-4A10A3E6BCD6}"/>
          </ac:cxnSpMkLst>
        </pc:cxnChg>
        <pc:cxnChg chg="add mod">
          <ac:chgData name="Guillaume Courtemanche" userId="35de7e6f-368f-4885-a7a3-546b113bf0d3" providerId="ADAL" clId="{72533612-C7E5-4825-B7A4-7F8F54856477}" dt="2021-07-22T17:14:14.525" v="1006" actId="14100"/>
          <ac:cxnSpMkLst>
            <pc:docMk/>
            <pc:sldMk cId="642358187" sldId="263"/>
            <ac:cxnSpMk id="19" creationId="{93FBB7CA-63D3-475C-829D-32369BC8880C}"/>
          </ac:cxnSpMkLst>
        </pc:cxnChg>
        <pc:cxnChg chg="add mod">
          <ac:chgData name="Guillaume Courtemanche" userId="35de7e6f-368f-4885-a7a3-546b113bf0d3" providerId="ADAL" clId="{72533612-C7E5-4825-B7A4-7F8F54856477}" dt="2021-07-22T17:14:25.067" v="1008" actId="1076"/>
          <ac:cxnSpMkLst>
            <pc:docMk/>
            <pc:sldMk cId="642358187" sldId="263"/>
            <ac:cxnSpMk id="22" creationId="{99DDCD38-2E68-4B09-979C-71437D793B03}"/>
          </ac:cxnSpMkLst>
        </pc:cxnChg>
        <pc:cxnChg chg="add mod">
          <ac:chgData name="Guillaume Courtemanche" userId="35de7e6f-368f-4885-a7a3-546b113bf0d3" providerId="ADAL" clId="{72533612-C7E5-4825-B7A4-7F8F54856477}" dt="2021-07-22T17:14:34.296" v="1009" actId="14100"/>
          <ac:cxnSpMkLst>
            <pc:docMk/>
            <pc:sldMk cId="642358187" sldId="263"/>
            <ac:cxnSpMk id="25" creationId="{C9322DD4-6D45-4FAA-A582-995CCDE43897}"/>
          </ac:cxnSpMkLst>
        </pc:cxnChg>
      </pc:sldChg>
      <pc:sldChg chg="del">
        <pc:chgData name="Guillaume Courtemanche" userId="35de7e6f-368f-4885-a7a3-546b113bf0d3" providerId="ADAL" clId="{72533612-C7E5-4825-B7A4-7F8F54856477}" dt="2021-07-22T16:09:03.562" v="0" actId="47"/>
        <pc:sldMkLst>
          <pc:docMk/>
          <pc:sldMk cId="2045084023" sldId="263"/>
        </pc:sldMkLst>
      </pc:sldChg>
      <pc:sldChg chg="del">
        <pc:chgData name="Guillaume Courtemanche" userId="35de7e6f-368f-4885-a7a3-546b113bf0d3" providerId="ADAL" clId="{72533612-C7E5-4825-B7A4-7F8F54856477}" dt="2021-07-22T16:09:03.562" v="0" actId="47"/>
        <pc:sldMkLst>
          <pc:docMk/>
          <pc:sldMk cId="679821334" sldId="264"/>
        </pc:sldMkLst>
      </pc:sldChg>
      <pc:sldChg chg="addSp delSp modSp new mod">
        <pc:chgData name="Guillaume Courtemanche" userId="35de7e6f-368f-4885-a7a3-546b113bf0d3" providerId="ADAL" clId="{72533612-C7E5-4825-B7A4-7F8F54856477}" dt="2021-07-22T17:19:35.959" v="1449"/>
        <pc:sldMkLst>
          <pc:docMk/>
          <pc:sldMk cId="2743297751" sldId="264"/>
        </pc:sldMkLst>
        <pc:spChg chg="mod">
          <ac:chgData name="Guillaume Courtemanche" userId="35de7e6f-368f-4885-a7a3-546b113bf0d3" providerId="ADAL" clId="{72533612-C7E5-4825-B7A4-7F8F54856477}" dt="2021-07-22T17:16:54.579" v="1071" actId="20577"/>
          <ac:spMkLst>
            <pc:docMk/>
            <pc:sldMk cId="2743297751" sldId="264"/>
            <ac:spMk id="2" creationId="{A9B23E84-472B-48F2-9C20-2AC9BF0463FA}"/>
          </ac:spMkLst>
        </pc:spChg>
        <pc:spChg chg="del">
          <ac:chgData name="Guillaume Courtemanche" userId="35de7e6f-368f-4885-a7a3-546b113bf0d3" providerId="ADAL" clId="{72533612-C7E5-4825-B7A4-7F8F54856477}" dt="2021-07-22T17:17:00.166" v="1074" actId="478"/>
          <ac:spMkLst>
            <pc:docMk/>
            <pc:sldMk cId="2743297751" sldId="264"/>
            <ac:spMk id="3" creationId="{39701690-21F1-4E61-A070-6E8D30BC0B65}"/>
          </ac:spMkLst>
        </pc:spChg>
        <pc:spChg chg="add mod">
          <ac:chgData name="Guillaume Courtemanche" userId="35de7e6f-368f-4885-a7a3-546b113bf0d3" providerId="ADAL" clId="{72533612-C7E5-4825-B7A4-7F8F54856477}" dt="2021-07-22T17:17:16.315" v="1078" actId="14100"/>
          <ac:spMkLst>
            <pc:docMk/>
            <pc:sldMk cId="2743297751" sldId="264"/>
            <ac:spMk id="6" creationId="{166271B6-D3FD-4B3B-AF14-B01A188E65CF}"/>
          </ac:spMkLst>
        </pc:spChg>
        <pc:spChg chg="add mod">
          <ac:chgData name="Guillaume Courtemanche" userId="35de7e6f-368f-4885-a7a3-546b113bf0d3" providerId="ADAL" clId="{72533612-C7E5-4825-B7A4-7F8F54856477}" dt="2021-07-22T17:17:27.118" v="1082" actId="14100"/>
          <ac:spMkLst>
            <pc:docMk/>
            <pc:sldMk cId="2743297751" sldId="264"/>
            <ac:spMk id="7" creationId="{D6A692B8-ECAF-4DD9-8D06-546D592234A3}"/>
          </ac:spMkLst>
        </pc:spChg>
        <pc:spChg chg="add del mod">
          <ac:chgData name="Guillaume Courtemanche" userId="35de7e6f-368f-4885-a7a3-546b113bf0d3" providerId="ADAL" clId="{72533612-C7E5-4825-B7A4-7F8F54856477}" dt="2021-07-22T17:18:14.906" v="1203" actId="478"/>
          <ac:spMkLst>
            <pc:docMk/>
            <pc:sldMk cId="2743297751" sldId="264"/>
            <ac:spMk id="8" creationId="{D72AE54D-BBDB-4EF1-AC92-C6EC8151BAE5}"/>
          </ac:spMkLst>
        </pc:spChg>
        <pc:spChg chg="add del mod">
          <ac:chgData name="Guillaume Courtemanche" userId="35de7e6f-368f-4885-a7a3-546b113bf0d3" providerId="ADAL" clId="{72533612-C7E5-4825-B7A4-7F8F54856477}" dt="2021-07-22T17:18:19.338" v="1204" actId="478"/>
          <ac:spMkLst>
            <pc:docMk/>
            <pc:sldMk cId="2743297751" sldId="264"/>
            <ac:spMk id="10" creationId="{98CBE104-9B5E-42E8-983F-D17624F5B1C1}"/>
          </ac:spMkLst>
        </pc:spChg>
        <pc:spChg chg="add mod">
          <ac:chgData name="Guillaume Courtemanche" userId="35de7e6f-368f-4885-a7a3-546b113bf0d3" providerId="ADAL" clId="{72533612-C7E5-4825-B7A4-7F8F54856477}" dt="2021-07-22T17:19:31.257" v="1447" actId="1076"/>
          <ac:spMkLst>
            <pc:docMk/>
            <pc:sldMk cId="2743297751" sldId="264"/>
            <ac:spMk id="11" creationId="{9DA420E9-788F-444C-8AEC-148EE542C96C}"/>
          </ac:spMkLst>
        </pc:spChg>
        <pc:spChg chg="add mod">
          <ac:chgData name="Guillaume Courtemanche" userId="35de7e6f-368f-4885-a7a3-546b113bf0d3" providerId="ADAL" clId="{72533612-C7E5-4825-B7A4-7F8F54856477}" dt="2021-07-22T17:19:35.959" v="1449"/>
          <ac:spMkLst>
            <pc:docMk/>
            <pc:sldMk cId="2743297751" sldId="264"/>
            <ac:spMk id="12" creationId="{E94918BE-69F9-4DF3-A148-C8D9F9D1209B}"/>
          </ac:spMkLst>
        </pc:spChg>
        <pc:picChg chg="add mod">
          <ac:chgData name="Guillaume Courtemanche" userId="35de7e6f-368f-4885-a7a3-546b113bf0d3" providerId="ADAL" clId="{72533612-C7E5-4825-B7A4-7F8F54856477}" dt="2021-07-22T17:17:05.010" v="1075" actId="1076"/>
          <ac:picMkLst>
            <pc:docMk/>
            <pc:sldMk cId="2743297751" sldId="264"/>
            <ac:picMk id="5" creationId="{EF8C4831-3E11-4AE7-8EF4-07DB9AEBFD39}"/>
          </ac:picMkLst>
        </pc:picChg>
      </pc:sldChg>
      <pc:sldChg chg="del">
        <pc:chgData name="Guillaume Courtemanche" userId="35de7e6f-368f-4885-a7a3-546b113bf0d3" providerId="ADAL" clId="{72533612-C7E5-4825-B7A4-7F8F54856477}" dt="2021-07-22T16:09:03.562" v="0" actId="47"/>
        <pc:sldMkLst>
          <pc:docMk/>
          <pc:sldMk cId="482249064" sldId="265"/>
        </pc:sldMkLst>
      </pc:sldChg>
      <pc:sldChg chg="addSp delSp modSp add mod">
        <pc:chgData name="Guillaume Courtemanche" userId="35de7e6f-368f-4885-a7a3-546b113bf0d3" providerId="ADAL" clId="{72533612-C7E5-4825-B7A4-7F8F54856477}" dt="2021-07-22T18:02:33.398" v="1594" actId="1076"/>
        <pc:sldMkLst>
          <pc:docMk/>
          <pc:sldMk cId="1960159537" sldId="265"/>
        </pc:sldMkLst>
        <pc:spChg chg="del">
          <ac:chgData name="Guillaume Courtemanche" userId="35de7e6f-368f-4885-a7a3-546b113bf0d3" providerId="ADAL" clId="{72533612-C7E5-4825-B7A4-7F8F54856477}" dt="2021-07-22T17:19:39.518" v="1453" actId="478"/>
          <ac:spMkLst>
            <pc:docMk/>
            <pc:sldMk cId="1960159537" sldId="265"/>
            <ac:spMk id="6" creationId="{166271B6-D3FD-4B3B-AF14-B01A188E65CF}"/>
          </ac:spMkLst>
        </pc:spChg>
        <pc:spChg chg="del">
          <ac:chgData name="Guillaume Courtemanche" userId="35de7e6f-368f-4885-a7a3-546b113bf0d3" providerId="ADAL" clId="{72533612-C7E5-4825-B7A4-7F8F54856477}" dt="2021-07-22T17:19:38.928" v="1452" actId="478"/>
          <ac:spMkLst>
            <pc:docMk/>
            <pc:sldMk cId="1960159537" sldId="265"/>
            <ac:spMk id="7" creationId="{D6A692B8-ECAF-4DD9-8D06-546D592234A3}"/>
          </ac:spMkLst>
        </pc:spChg>
        <pc:spChg chg="del mod">
          <ac:chgData name="Guillaume Courtemanche" userId="35de7e6f-368f-4885-a7a3-546b113bf0d3" providerId="ADAL" clId="{72533612-C7E5-4825-B7A4-7F8F54856477}" dt="2021-07-22T17:20:49.952" v="1501" actId="478"/>
          <ac:spMkLst>
            <pc:docMk/>
            <pc:sldMk cId="1960159537" sldId="265"/>
            <ac:spMk id="11" creationId="{9DA420E9-788F-444C-8AEC-148EE542C96C}"/>
          </ac:spMkLst>
        </pc:spChg>
        <pc:spChg chg="add del mod">
          <ac:chgData name="Guillaume Courtemanche" userId="35de7e6f-368f-4885-a7a3-546b113bf0d3" providerId="ADAL" clId="{72533612-C7E5-4825-B7A4-7F8F54856477}" dt="2021-07-22T17:20:55.860" v="1503" actId="478"/>
          <ac:spMkLst>
            <pc:docMk/>
            <pc:sldMk cId="1960159537" sldId="265"/>
            <ac:spMk id="14" creationId="{765305AA-A216-4295-B1CA-CBE56A05E9D2}"/>
          </ac:spMkLst>
        </pc:spChg>
        <pc:spChg chg="add mod">
          <ac:chgData name="Guillaume Courtemanche" userId="35de7e6f-368f-4885-a7a3-546b113bf0d3" providerId="ADAL" clId="{72533612-C7E5-4825-B7A4-7F8F54856477}" dt="2021-07-22T18:02:32.615" v="1593" actId="1076"/>
          <ac:spMkLst>
            <pc:docMk/>
            <pc:sldMk cId="1960159537" sldId="265"/>
            <ac:spMk id="15" creationId="{38731A38-AF07-494C-A770-A3F57EF4C8E9}"/>
          </ac:spMkLst>
        </pc:spChg>
        <pc:spChg chg="add mod">
          <ac:chgData name="Guillaume Courtemanche" userId="35de7e6f-368f-4885-a7a3-546b113bf0d3" providerId="ADAL" clId="{72533612-C7E5-4825-B7A4-7F8F54856477}" dt="2021-07-22T17:21:30.869" v="1550" actId="1076"/>
          <ac:spMkLst>
            <pc:docMk/>
            <pc:sldMk cId="1960159537" sldId="265"/>
            <ac:spMk id="16" creationId="{3C431454-E40F-4E8A-9FF2-9174EAE84864}"/>
          </ac:spMkLst>
        </pc:spChg>
        <pc:picChg chg="add del mod">
          <ac:chgData name="Guillaume Courtemanche" userId="35de7e6f-368f-4885-a7a3-546b113bf0d3" providerId="ADAL" clId="{72533612-C7E5-4825-B7A4-7F8F54856477}" dt="2021-07-22T18:02:03.038" v="1584" actId="478"/>
          <ac:picMkLst>
            <pc:docMk/>
            <pc:sldMk cId="1960159537" sldId="265"/>
            <ac:picMk id="4" creationId="{E874D3B2-A67A-4A80-980A-9DAA1E7A869A}"/>
          </ac:picMkLst>
        </pc:picChg>
        <pc:picChg chg="del">
          <ac:chgData name="Guillaume Courtemanche" userId="35de7e6f-368f-4885-a7a3-546b113bf0d3" providerId="ADAL" clId="{72533612-C7E5-4825-B7A4-7F8F54856477}" dt="2021-07-22T17:19:37.786" v="1451" actId="478"/>
          <ac:picMkLst>
            <pc:docMk/>
            <pc:sldMk cId="1960159537" sldId="265"/>
            <ac:picMk id="5" creationId="{EF8C4831-3E11-4AE7-8EF4-07DB9AEBFD39}"/>
          </ac:picMkLst>
        </pc:picChg>
        <pc:picChg chg="add del mod">
          <ac:chgData name="Guillaume Courtemanche" userId="35de7e6f-368f-4885-a7a3-546b113bf0d3" providerId="ADAL" clId="{72533612-C7E5-4825-B7A4-7F8F54856477}" dt="2021-07-22T17:20:15.275" v="1465" actId="478"/>
          <ac:picMkLst>
            <pc:docMk/>
            <pc:sldMk cId="1960159537" sldId="265"/>
            <ac:picMk id="9" creationId="{85E20D79-A169-4137-9B43-FA01D78BA083}"/>
          </ac:picMkLst>
        </pc:picChg>
        <pc:picChg chg="add mod">
          <ac:chgData name="Guillaume Courtemanche" userId="35de7e6f-368f-4885-a7a3-546b113bf0d3" providerId="ADAL" clId="{72533612-C7E5-4825-B7A4-7F8F54856477}" dt="2021-07-22T17:20:09.727" v="1462" actId="571"/>
          <ac:picMkLst>
            <pc:docMk/>
            <pc:sldMk cId="1960159537" sldId="265"/>
            <ac:picMk id="12" creationId="{0D0625E0-82D8-40C2-8889-1AB95BBD6816}"/>
          </ac:picMkLst>
        </pc:picChg>
        <pc:picChg chg="add del mod">
          <ac:chgData name="Guillaume Courtemanche" userId="35de7e6f-368f-4885-a7a3-546b113bf0d3" providerId="ADAL" clId="{72533612-C7E5-4825-B7A4-7F8F54856477}" dt="2021-07-22T18:02:22.224" v="1587" actId="478"/>
          <ac:picMkLst>
            <pc:docMk/>
            <pc:sldMk cId="1960159537" sldId="265"/>
            <ac:picMk id="13" creationId="{8E7849AC-A33D-4F75-B3A2-2EA4D19E9DE2}"/>
          </ac:picMkLst>
        </pc:picChg>
        <pc:picChg chg="add mod">
          <ac:chgData name="Guillaume Courtemanche" userId="35de7e6f-368f-4885-a7a3-546b113bf0d3" providerId="ADAL" clId="{72533612-C7E5-4825-B7A4-7F8F54856477}" dt="2021-07-22T18:02:31.483" v="1592" actId="1076"/>
          <ac:picMkLst>
            <pc:docMk/>
            <pc:sldMk cId="1960159537" sldId="265"/>
            <ac:picMk id="18" creationId="{80BBD3B1-415A-4EC0-8B90-99A326AFEF71}"/>
          </ac:picMkLst>
        </pc:picChg>
        <pc:picChg chg="add mod">
          <ac:chgData name="Guillaume Courtemanche" userId="35de7e6f-368f-4885-a7a3-546b113bf0d3" providerId="ADAL" clId="{72533612-C7E5-4825-B7A4-7F8F54856477}" dt="2021-07-22T18:02:33.398" v="1594" actId="1076"/>
          <ac:picMkLst>
            <pc:docMk/>
            <pc:sldMk cId="1960159537" sldId="265"/>
            <ac:picMk id="20" creationId="{B96AFB68-4618-4B84-929B-DEFA43396577}"/>
          </ac:picMkLst>
        </pc:picChg>
      </pc:sldChg>
      <pc:sldChg chg="del">
        <pc:chgData name="Guillaume Courtemanche" userId="35de7e6f-368f-4885-a7a3-546b113bf0d3" providerId="ADAL" clId="{72533612-C7E5-4825-B7A4-7F8F54856477}" dt="2021-07-22T16:09:03.562" v="0" actId="47"/>
        <pc:sldMkLst>
          <pc:docMk/>
          <pc:sldMk cId="963562721" sldId="266"/>
        </pc:sldMkLst>
      </pc:sldChg>
      <pc:sldChg chg="addSp modSp new mod">
        <pc:chgData name="Guillaume Courtemanche" userId="35de7e6f-368f-4885-a7a3-546b113bf0d3" providerId="ADAL" clId="{72533612-C7E5-4825-B7A4-7F8F54856477}" dt="2021-07-22T18:29:42.713" v="1717" actId="14100"/>
        <pc:sldMkLst>
          <pc:docMk/>
          <pc:sldMk cId="2927513067" sldId="266"/>
        </pc:sldMkLst>
        <pc:spChg chg="mod">
          <ac:chgData name="Guillaume Courtemanche" userId="35de7e6f-368f-4885-a7a3-546b113bf0d3" providerId="ADAL" clId="{72533612-C7E5-4825-B7A4-7F8F54856477}" dt="2021-07-22T18:21:26.191" v="1648" actId="20577"/>
          <ac:spMkLst>
            <pc:docMk/>
            <pc:sldMk cId="2927513067" sldId="266"/>
            <ac:spMk id="2" creationId="{CA631ADD-F8DA-416A-81D4-63A104DAF075}"/>
          </ac:spMkLst>
        </pc:spChg>
        <pc:spChg chg="mod">
          <ac:chgData name="Guillaume Courtemanche" userId="35de7e6f-368f-4885-a7a3-546b113bf0d3" providerId="ADAL" clId="{72533612-C7E5-4825-B7A4-7F8F54856477}" dt="2021-07-22T18:29:42.713" v="1717" actId="14100"/>
          <ac:spMkLst>
            <pc:docMk/>
            <pc:sldMk cId="2927513067" sldId="266"/>
            <ac:spMk id="3" creationId="{D09C6FE1-1206-4F9D-96B8-1F95FD45A736}"/>
          </ac:spMkLst>
        </pc:spChg>
        <pc:picChg chg="add mod">
          <ac:chgData name="Guillaume Courtemanche" userId="35de7e6f-368f-4885-a7a3-546b113bf0d3" providerId="ADAL" clId="{72533612-C7E5-4825-B7A4-7F8F54856477}" dt="2021-07-22T18:29:39.048" v="1716" actId="1076"/>
          <ac:picMkLst>
            <pc:docMk/>
            <pc:sldMk cId="2927513067" sldId="266"/>
            <ac:picMk id="5" creationId="{02995E25-EA7D-4656-AFA5-720C517FA318}"/>
          </ac:picMkLst>
        </pc:picChg>
      </pc:sldChg>
      <pc:sldChg chg="delSp modSp add del mod">
        <pc:chgData name="Guillaume Courtemanche" userId="35de7e6f-368f-4885-a7a3-546b113bf0d3" providerId="ADAL" clId="{72533612-C7E5-4825-B7A4-7F8F54856477}" dt="2021-07-22T18:02:42.240" v="1595" actId="47"/>
        <pc:sldMkLst>
          <pc:docMk/>
          <pc:sldMk cId="3452647928" sldId="266"/>
        </pc:sldMkLst>
        <pc:spChg chg="del">
          <ac:chgData name="Guillaume Courtemanche" userId="35de7e6f-368f-4885-a7a3-546b113bf0d3" providerId="ADAL" clId="{72533612-C7E5-4825-B7A4-7F8F54856477}" dt="2021-07-22T18:00:34.084" v="1581" actId="478"/>
          <ac:spMkLst>
            <pc:docMk/>
            <pc:sldMk cId="3452647928" sldId="266"/>
            <ac:spMk id="15" creationId="{38731A38-AF07-494C-A770-A3F57EF4C8E9}"/>
          </ac:spMkLst>
        </pc:spChg>
        <pc:spChg chg="mod">
          <ac:chgData name="Guillaume Courtemanche" userId="35de7e6f-368f-4885-a7a3-546b113bf0d3" providerId="ADAL" clId="{72533612-C7E5-4825-B7A4-7F8F54856477}" dt="2021-07-22T18:00:29.492" v="1579" actId="20577"/>
          <ac:spMkLst>
            <pc:docMk/>
            <pc:sldMk cId="3452647928" sldId="266"/>
            <ac:spMk id="16" creationId="{3C431454-E40F-4E8A-9FF2-9174EAE84864}"/>
          </ac:spMkLst>
        </pc:spChg>
        <pc:picChg chg="del mod">
          <ac:chgData name="Guillaume Courtemanche" userId="35de7e6f-368f-4885-a7a3-546b113bf0d3" providerId="ADAL" clId="{72533612-C7E5-4825-B7A4-7F8F54856477}" dt="2021-07-22T18:00:37.281" v="1583" actId="478"/>
          <ac:picMkLst>
            <pc:docMk/>
            <pc:sldMk cId="3452647928" sldId="266"/>
            <ac:picMk id="4" creationId="{E874D3B2-A67A-4A80-980A-9DAA1E7A869A}"/>
          </ac:picMkLst>
        </pc:picChg>
        <pc:picChg chg="del">
          <ac:chgData name="Guillaume Courtemanche" userId="35de7e6f-368f-4885-a7a3-546b113bf0d3" providerId="ADAL" clId="{72533612-C7E5-4825-B7A4-7F8F54856477}" dt="2021-07-22T18:00:33.606" v="1580" actId="478"/>
          <ac:picMkLst>
            <pc:docMk/>
            <pc:sldMk cId="3452647928" sldId="266"/>
            <ac:picMk id="13" creationId="{8E7849AC-A33D-4F75-B3A2-2EA4D19E9DE2}"/>
          </ac:picMkLst>
        </pc:picChg>
      </pc:sldChg>
      <pc:sldChg chg="del">
        <pc:chgData name="Guillaume Courtemanche" userId="35de7e6f-368f-4885-a7a3-546b113bf0d3" providerId="ADAL" clId="{72533612-C7E5-4825-B7A4-7F8F54856477}" dt="2021-07-22T16:09:03.562" v="0" actId="47"/>
        <pc:sldMkLst>
          <pc:docMk/>
          <pc:sldMk cId="770794586" sldId="267"/>
        </pc:sldMkLst>
      </pc:sldChg>
      <pc:sldChg chg="addSp modSp new mod">
        <pc:chgData name="Guillaume Courtemanche" userId="35de7e6f-368f-4885-a7a3-546b113bf0d3" providerId="ADAL" clId="{72533612-C7E5-4825-B7A4-7F8F54856477}" dt="2021-07-22T18:33:37.040" v="1870" actId="1076"/>
        <pc:sldMkLst>
          <pc:docMk/>
          <pc:sldMk cId="4255510290" sldId="267"/>
        </pc:sldMkLst>
        <pc:spChg chg="mod">
          <ac:chgData name="Guillaume Courtemanche" userId="35de7e6f-368f-4885-a7a3-546b113bf0d3" providerId="ADAL" clId="{72533612-C7E5-4825-B7A4-7F8F54856477}" dt="2021-07-22T18:32:48.828" v="1756" actId="20577"/>
          <ac:spMkLst>
            <pc:docMk/>
            <pc:sldMk cId="4255510290" sldId="267"/>
            <ac:spMk id="2" creationId="{EBD6A78E-E095-4AD4-93B8-D9F78B37CD2D}"/>
          </ac:spMkLst>
        </pc:spChg>
        <pc:spChg chg="mod">
          <ac:chgData name="Guillaume Courtemanche" userId="35de7e6f-368f-4885-a7a3-546b113bf0d3" providerId="ADAL" clId="{72533612-C7E5-4825-B7A4-7F8F54856477}" dt="2021-07-22T18:33:31.446" v="1868" actId="313"/>
          <ac:spMkLst>
            <pc:docMk/>
            <pc:sldMk cId="4255510290" sldId="267"/>
            <ac:spMk id="3" creationId="{7EA4F90C-824A-4810-8044-3D7880BAC858}"/>
          </ac:spMkLst>
        </pc:spChg>
        <pc:picChg chg="add mod">
          <ac:chgData name="Guillaume Courtemanche" userId="35de7e6f-368f-4885-a7a3-546b113bf0d3" providerId="ADAL" clId="{72533612-C7E5-4825-B7A4-7F8F54856477}" dt="2021-07-22T18:33:37.040" v="1870" actId="1076"/>
          <ac:picMkLst>
            <pc:docMk/>
            <pc:sldMk cId="4255510290" sldId="267"/>
            <ac:picMk id="5" creationId="{E2DCDCB7-D6D1-422C-A20C-075F4B8F918C}"/>
          </ac:picMkLst>
        </pc:picChg>
      </pc:sldChg>
      <pc:sldChg chg="del">
        <pc:chgData name="Guillaume Courtemanche" userId="35de7e6f-368f-4885-a7a3-546b113bf0d3" providerId="ADAL" clId="{72533612-C7E5-4825-B7A4-7F8F54856477}" dt="2021-07-22T16:09:03.562" v="0" actId="47"/>
        <pc:sldMkLst>
          <pc:docMk/>
          <pc:sldMk cId="421283044" sldId="268"/>
        </pc:sldMkLst>
      </pc:sldChg>
      <pc:sldChg chg="addSp delSp modSp add mod">
        <pc:chgData name="Guillaume Courtemanche" userId="35de7e6f-368f-4885-a7a3-546b113bf0d3" providerId="ADAL" clId="{72533612-C7E5-4825-B7A4-7F8F54856477}" dt="2021-07-22T18:46:03.228" v="2062" actId="1076"/>
        <pc:sldMkLst>
          <pc:docMk/>
          <pc:sldMk cId="4192049259" sldId="268"/>
        </pc:sldMkLst>
        <pc:spChg chg="mod">
          <ac:chgData name="Guillaume Courtemanche" userId="35de7e6f-368f-4885-a7a3-546b113bf0d3" providerId="ADAL" clId="{72533612-C7E5-4825-B7A4-7F8F54856477}" dt="2021-07-22T18:45:56.767" v="2061" actId="20577"/>
          <ac:spMkLst>
            <pc:docMk/>
            <pc:sldMk cId="4192049259" sldId="268"/>
            <ac:spMk id="3" creationId="{7EA4F90C-824A-4810-8044-3D7880BAC858}"/>
          </ac:spMkLst>
        </pc:spChg>
        <pc:picChg chg="del">
          <ac:chgData name="Guillaume Courtemanche" userId="35de7e6f-368f-4885-a7a3-546b113bf0d3" providerId="ADAL" clId="{72533612-C7E5-4825-B7A4-7F8F54856477}" dt="2021-07-22T18:42:42.438" v="1917" actId="478"/>
          <ac:picMkLst>
            <pc:docMk/>
            <pc:sldMk cId="4192049259" sldId="268"/>
            <ac:picMk id="5" creationId="{E2DCDCB7-D6D1-422C-A20C-075F4B8F918C}"/>
          </ac:picMkLst>
        </pc:picChg>
        <pc:picChg chg="add del">
          <ac:chgData name="Guillaume Courtemanche" userId="35de7e6f-368f-4885-a7a3-546b113bf0d3" providerId="ADAL" clId="{72533612-C7E5-4825-B7A4-7F8F54856477}" dt="2021-07-22T18:44:52.044" v="1919" actId="478"/>
          <ac:picMkLst>
            <pc:docMk/>
            <pc:sldMk cId="4192049259" sldId="268"/>
            <ac:picMk id="6" creationId="{29C09F68-E0A7-4C8C-B013-07E446827A02}"/>
          </ac:picMkLst>
        </pc:picChg>
        <pc:picChg chg="add mod">
          <ac:chgData name="Guillaume Courtemanche" userId="35de7e6f-368f-4885-a7a3-546b113bf0d3" providerId="ADAL" clId="{72533612-C7E5-4825-B7A4-7F8F54856477}" dt="2021-07-22T18:46:03.228" v="2062" actId="1076"/>
          <ac:picMkLst>
            <pc:docMk/>
            <pc:sldMk cId="4192049259" sldId="268"/>
            <ac:picMk id="8" creationId="{261E6AF6-2E0F-4E7F-BA61-6D6A30B3635C}"/>
          </ac:picMkLst>
        </pc:picChg>
      </pc:sldChg>
      <pc:sldChg chg="addSp modSp new mod">
        <pc:chgData name="Guillaume Courtemanche" userId="35de7e6f-368f-4885-a7a3-546b113bf0d3" providerId="ADAL" clId="{72533612-C7E5-4825-B7A4-7F8F54856477}" dt="2021-07-22T18:51:51.880" v="2213" actId="20577"/>
        <pc:sldMkLst>
          <pc:docMk/>
          <pc:sldMk cId="380335028" sldId="269"/>
        </pc:sldMkLst>
        <pc:spChg chg="mod">
          <ac:chgData name="Guillaume Courtemanche" userId="35de7e6f-368f-4885-a7a3-546b113bf0d3" providerId="ADAL" clId="{72533612-C7E5-4825-B7A4-7F8F54856477}" dt="2021-07-22T18:51:51.880" v="2213" actId="20577"/>
          <ac:spMkLst>
            <pc:docMk/>
            <pc:sldMk cId="380335028" sldId="269"/>
            <ac:spMk id="2" creationId="{53908C60-0DF0-421A-B868-C2F5B83D790A}"/>
          </ac:spMkLst>
        </pc:spChg>
        <pc:spChg chg="mod">
          <ac:chgData name="Guillaume Courtemanche" userId="35de7e6f-368f-4885-a7a3-546b113bf0d3" providerId="ADAL" clId="{72533612-C7E5-4825-B7A4-7F8F54856477}" dt="2021-07-22T18:47:52.294" v="2166" actId="313"/>
          <ac:spMkLst>
            <pc:docMk/>
            <pc:sldMk cId="380335028" sldId="269"/>
            <ac:spMk id="3" creationId="{D3ED31A7-5C9A-4A75-A26E-AAD7686AE72D}"/>
          </ac:spMkLst>
        </pc:spChg>
        <pc:spChg chg="add mod">
          <ac:chgData name="Guillaume Courtemanche" userId="35de7e6f-368f-4885-a7a3-546b113bf0d3" providerId="ADAL" clId="{72533612-C7E5-4825-B7A4-7F8F54856477}" dt="2021-07-22T18:49:54.680" v="2174" actId="1076"/>
          <ac:spMkLst>
            <pc:docMk/>
            <pc:sldMk cId="380335028" sldId="269"/>
            <ac:spMk id="8" creationId="{7EA3C416-3698-42FC-92AC-3D91D76A00C4}"/>
          </ac:spMkLst>
        </pc:spChg>
        <pc:spChg chg="add mod">
          <ac:chgData name="Guillaume Courtemanche" userId="35de7e6f-368f-4885-a7a3-546b113bf0d3" providerId="ADAL" clId="{72533612-C7E5-4825-B7A4-7F8F54856477}" dt="2021-07-22T18:50:42.783" v="2212" actId="1076"/>
          <ac:spMkLst>
            <pc:docMk/>
            <pc:sldMk cId="380335028" sldId="269"/>
            <ac:spMk id="9" creationId="{372FBD4D-796C-4C86-97E5-D128670E7BE8}"/>
          </ac:spMkLst>
        </pc:spChg>
        <pc:picChg chg="add mod">
          <ac:chgData name="Guillaume Courtemanche" userId="35de7e6f-368f-4885-a7a3-546b113bf0d3" providerId="ADAL" clId="{72533612-C7E5-4825-B7A4-7F8F54856477}" dt="2021-07-22T18:49:47.515" v="2171" actId="1076"/>
          <ac:picMkLst>
            <pc:docMk/>
            <pc:sldMk cId="380335028" sldId="269"/>
            <ac:picMk id="5" creationId="{BA31E9F2-E4AA-4302-BEFD-AD037693E262}"/>
          </ac:picMkLst>
        </pc:picChg>
        <pc:picChg chg="add mod">
          <ac:chgData name="Guillaume Courtemanche" userId="35de7e6f-368f-4885-a7a3-546b113bf0d3" providerId="ADAL" clId="{72533612-C7E5-4825-B7A4-7F8F54856477}" dt="2021-07-22T18:49:45.565" v="2170" actId="1076"/>
          <ac:picMkLst>
            <pc:docMk/>
            <pc:sldMk cId="380335028" sldId="269"/>
            <ac:picMk id="7" creationId="{6B3EA16C-D41D-4F69-B824-780C487E3F1E}"/>
          </ac:picMkLst>
        </pc:picChg>
      </pc:sldChg>
      <pc:sldChg chg="addSp delSp modSp add mod">
        <pc:chgData name="Guillaume Courtemanche" userId="35de7e6f-368f-4885-a7a3-546b113bf0d3" providerId="ADAL" clId="{72533612-C7E5-4825-B7A4-7F8F54856477}" dt="2021-07-22T19:04:19.596" v="2459"/>
        <pc:sldMkLst>
          <pc:docMk/>
          <pc:sldMk cId="335910517" sldId="270"/>
        </pc:sldMkLst>
        <pc:spChg chg="mod">
          <ac:chgData name="Guillaume Courtemanche" userId="35de7e6f-368f-4885-a7a3-546b113bf0d3" providerId="ADAL" clId="{72533612-C7E5-4825-B7A4-7F8F54856477}" dt="2021-07-22T19:03:25.126" v="2438" actId="20577"/>
          <ac:spMkLst>
            <pc:docMk/>
            <pc:sldMk cId="335910517" sldId="270"/>
            <ac:spMk id="3" creationId="{D3ED31A7-5C9A-4A75-A26E-AAD7686AE72D}"/>
          </ac:spMkLst>
        </pc:spChg>
        <pc:spChg chg="del">
          <ac:chgData name="Guillaume Courtemanche" userId="35de7e6f-368f-4885-a7a3-546b113bf0d3" providerId="ADAL" clId="{72533612-C7E5-4825-B7A4-7F8F54856477}" dt="2021-07-22T18:52:15.770" v="2292" actId="478"/>
          <ac:spMkLst>
            <pc:docMk/>
            <pc:sldMk cId="335910517" sldId="270"/>
            <ac:spMk id="8" creationId="{7EA3C416-3698-42FC-92AC-3D91D76A00C4}"/>
          </ac:spMkLst>
        </pc:spChg>
        <pc:spChg chg="del">
          <ac:chgData name="Guillaume Courtemanche" userId="35de7e6f-368f-4885-a7a3-546b113bf0d3" providerId="ADAL" clId="{72533612-C7E5-4825-B7A4-7F8F54856477}" dt="2021-07-22T18:52:14.428" v="2290" actId="478"/>
          <ac:spMkLst>
            <pc:docMk/>
            <pc:sldMk cId="335910517" sldId="270"/>
            <ac:spMk id="9" creationId="{372FBD4D-796C-4C86-97E5-D128670E7BE8}"/>
          </ac:spMkLst>
        </pc:spChg>
        <pc:spChg chg="add mod">
          <ac:chgData name="Guillaume Courtemanche" userId="35de7e6f-368f-4885-a7a3-546b113bf0d3" providerId="ADAL" clId="{72533612-C7E5-4825-B7A4-7F8F54856477}" dt="2021-07-22T19:03:42.789" v="2441" actId="1076"/>
          <ac:spMkLst>
            <pc:docMk/>
            <pc:sldMk cId="335910517" sldId="270"/>
            <ac:spMk id="11" creationId="{0E64D571-EDEB-42B9-B635-E7E11E54EC09}"/>
          </ac:spMkLst>
        </pc:spChg>
        <pc:spChg chg="add mod">
          <ac:chgData name="Guillaume Courtemanche" userId="35de7e6f-368f-4885-a7a3-546b113bf0d3" providerId="ADAL" clId="{72533612-C7E5-4825-B7A4-7F8F54856477}" dt="2021-07-22T19:03:42.789" v="2441" actId="1076"/>
          <ac:spMkLst>
            <pc:docMk/>
            <pc:sldMk cId="335910517" sldId="270"/>
            <ac:spMk id="14" creationId="{619D5ACD-DB41-44CA-9024-EFD0E9711D62}"/>
          </ac:spMkLst>
        </pc:spChg>
        <pc:picChg chg="del">
          <ac:chgData name="Guillaume Courtemanche" userId="35de7e6f-368f-4885-a7a3-546b113bf0d3" providerId="ADAL" clId="{72533612-C7E5-4825-B7A4-7F8F54856477}" dt="2021-07-22T18:52:14.675" v="2291" actId="478"/>
          <ac:picMkLst>
            <pc:docMk/>
            <pc:sldMk cId="335910517" sldId="270"/>
            <ac:picMk id="5" creationId="{BA31E9F2-E4AA-4302-BEFD-AD037693E262}"/>
          </ac:picMkLst>
        </pc:picChg>
        <pc:picChg chg="add mod">
          <ac:chgData name="Guillaume Courtemanche" userId="35de7e6f-368f-4885-a7a3-546b113bf0d3" providerId="ADAL" clId="{72533612-C7E5-4825-B7A4-7F8F54856477}" dt="2021-07-22T19:03:42.789" v="2441" actId="1076"/>
          <ac:picMkLst>
            <pc:docMk/>
            <pc:sldMk cId="335910517" sldId="270"/>
            <ac:picMk id="6" creationId="{E87B7C39-A08C-4990-9517-5C31CAAA4348}"/>
          </ac:picMkLst>
        </pc:picChg>
        <pc:picChg chg="del">
          <ac:chgData name="Guillaume Courtemanche" userId="35de7e6f-368f-4885-a7a3-546b113bf0d3" providerId="ADAL" clId="{72533612-C7E5-4825-B7A4-7F8F54856477}" dt="2021-07-22T18:52:15.957" v="2293" actId="478"/>
          <ac:picMkLst>
            <pc:docMk/>
            <pc:sldMk cId="335910517" sldId="270"/>
            <ac:picMk id="7" creationId="{6B3EA16C-D41D-4F69-B824-780C487E3F1E}"/>
          </ac:picMkLst>
        </pc:picChg>
        <pc:picChg chg="add mod">
          <ac:chgData name="Guillaume Courtemanche" userId="35de7e6f-368f-4885-a7a3-546b113bf0d3" providerId="ADAL" clId="{72533612-C7E5-4825-B7A4-7F8F54856477}" dt="2021-07-22T19:03:32.913" v="2440" actId="1076"/>
          <ac:picMkLst>
            <pc:docMk/>
            <pc:sldMk cId="335910517" sldId="270"/>
            <ac:picMk id="12" creationId="{898FB361-C666-4AE5-B86B-A680781AF762}"/>
          </ac:picMkLst>
        </pc:picChg>
        <pc:picChg chg="add mod">
          <ac:chgData name="Guillaume Courtemanche" userId="35de7e6f-368f-4885-a7a3-546b113bf0d3" providerId="ADAL" clId="{72533612-C7E5-4825-B7A4-7F8F54856477}" dt="2021-07-22T19:04:19.596" v="2459"/>
          <ac:picMkLst>
            <pc:docMk/>
            <pc:sldMk cId="335910517" sldId="270"/>
            <ac:picMk id="1026" creationId="{2553E7E7-0043-4DE9-A125-ED29DE0860C6}"/>
          </ac:picMkLst>
        </pc:picChg>
      </pc:sldChg>
      <pc:sldChg chg="modSp new mod">
        <pc:chgData name="Guillaume Courtemanche" userId="35de7e6f-368f-4885-a7a3-546b113bf0d3" providerId="ADAL" clId="{72533612-C7E5-4825-B7A4-7F8F54856477}" dt="2021-07-26T20:33:21.100" v="3490" actId="20577"/>
        <pc:sldMkLst>
          <pc:docMk/>
          <pc:sldMk cId="4024462535" sldId="271"/>
        </pc:sldMkLst>
        <pc:spChg chg="mod">
          <ac:chgData name="Guillaume Courtemanche" userId="35de7e6f-368f-4885-a7a3-546b113bf0d3" providerId="ADAL" clId="{72533612-C7E5-4825-B7A4-7F8F54856477}" dt="2021-07-26T17:12:57.364" v="2487" actId="20577"/>
          <ac:spMkLst>
            <pc:docMk/>
            <pc:sldMk cId="4024462535" sldId="271"/>
            <ac:spMk id="2" creationId="{B0D79939-C7B1-4FD6-883B-0365944FE884}"/>
          </ac:spMkLst>
        </pc:spChg>
        <pc:spChg chg="mod">
          <ac:chgData name="Guillaume Courtemanche" userId="35de7e6f-368f-4885-a7a3-546b113bf0d3" providerId="ADAL" clId="{72533612-C7E5-4825-B7A4-7F8F54856477}" dt="2021-07-26T20:33:21.100" v="3490" actId="20577"/>
          <ac:spMkLst>
            <pc:docMk/>
            <pc:sldMk cId="4024462535" sldId="271"/>
            <ac:spMk id="3" creationId="{DF95757C-9811-4C63-BA87-D4428092ECA7}"/>
          </ac:spMkLst>
        </pc:spChg>
      </pc:sldChg>
      <pc:sldChg chg="delSp modSp add mod">
        <pc:chgData name="Guillaume Courtemanche" userId="35de7e6f-368f-4885-a7a3-546b113bf0d3" providerId="ADAL" clId="{72533612-C7E5-4825-B7A4-7F8F54856477}" dt="2021-07-26T17:29:58.882" v="2876" actId="20577"/>
        <pc:sldMkLst>
          <pc:docMk/>
          <pc:sldMk cId="2398083909" sldId="272"/>
        </pc:sldMkLst>
        <pc:spChg chg="mod">
          <ac:chgData name="Guillaume Courtemanche" userId="35de7e6f-368f-4885-a7a3-546b113bf0d3" providerId="ADAL" clId="{72533612-C7E5-4825-B7A4-7F8F54856477}" dt="2021-07-26T17:29:58.882" v="2876" actId="20577"/>
          <ac:spMkLst>
            <pc:docMk/>
            <pc:sldMk cId="2398083909" sldId="272"/>
            <ac:spMk id="3" creationId="{D3ED31A7-5C9A-4A75-A26E-AAD7686AE72D}"/>
          </ac:spMkLst>
        </pc:spChg>
        <pc:spChg chg="del">
          <ac:chgData name="Guillaume Courtemanche" userId="35de7e6f-368f-4885-a7a3-546b113bf0d3" providerId="ADAL" clId="{72533612-C7E5-4825-B7A4-7F8F54856477}" dt="2021-07-26T17:17:29.864" v="2489" actId="478"/>
          <ac:spMkLst>
            <pc:docMk/>
            <pc:sldMk cId="2398083909" sldId="272"/>
            <ac:spMk id="11" creationId="{0E64D571-EDEB-42B9-B635-E7E11E54EC09}"/>
          </ac:spMkLst>
        </pc:spChg>
        <pc:spChg chg="del">
          <ac:chgData name="Guillaume Courtemanche" userId="35de7e6f-368f-4885-a7a3-546b113bf0d3" providerId="ADAL" clId="{72533612-C7E5-4825-B7A4-7F8F54856477}" dt="2021-07-26T17:18:06.706" v="2630" actId="478"/>
          <ac:spMkLst>
            <pc:docMk/>
            <pc:sldMk cId="2398083909" sldId="272"/>
            <ac:spMk id="14" creationId="{619D5ACD-DB41-44CA-9024-EFD0E9711D62}"/>
          </ac:spMkLst>
        </pc:spChg>
        <pc:picChg chg="del">
          <ac:chgData name="Guillaume Courtemanche" userId="35de7e6f-368f-4885-a7a3-546b113bf0d3" providerId="ADAL" clId="{72533612-C7E5-4825-B7A4-7F8F54856477}" dt="2021-07-26T17:17:30.857" v="2490" actId="478"/>
          <ac:picMkLst>
            <pc:docMk/>
            <pc:sldMk cId="2398083909" sldId="272"/>
            <ac:picMk id="6" creationId="{E87B7C39-A08C-4990-9517-5C31CAAA4348}"/>
          </ac:picMkLst>
        </pc:picChg>
        <pc:picChg chg="del">
          <ac:chgData name="Guillaume Courtemanche" userId="35de7e6f-368f-4885-a7a3-546b113bf0d3" providerId="ADAL" clId="{72533612-C7E5-4825-B7A4-7F8F54856477}" dt="2021-07-26T17:17:31.401" v="2491" actId="478"/>
          <ac:picMkLst>
            <pc:docMk/>
            <pc:sldMk cId="2398083909" sldId="272"/>
            <ac:picMk id="12" creationId="{898FB361-C666-4AE5-B86B-A680781AF762}"/>
          </ac:picMkLst>
        </pc:picChg>
        <pc:picChg chg="del">
          <ac:chgData name="Guillaume Courtemanche" userId="35de7e6f-368f-4885-a7a3-546b113bf0d3" providerId="ADAL" clId="{72533612-C7E5-4825-B7A4-7F8F54856477}" dt="2021-07-26T17:17:31.767" v="2492" actId="478"/>
          <ac:picMkLst>
            <pc:docMk/>
            <pc:sldMk cId="2398083909" sldId="272"/>
            <ac:picMk id="1026" creationId="{2553E7E7-0043-4DE9-A125-ED29DE0860C6}"/>
          </ac:picMkLst>
        </pc:picChg>
      </pc:sldChg>
      <pc:sldChg chg="addSp delSp modSp new mod">
        <pc:chgData name="Guillaume Courtemanche" userId="35de7e6f-368f-4885-a7a3-546b113bf0d3" providerId="ADAL" clId="{72533612-C7E5-4825-B7A4-7F8F54856477}" dt="2021-07-27T16:05:51.441" v="3742" actId="1582"/>
        <pc:sldMkLst>
          <pc:docMk/>
          <pc:sldMk cId="2474463786" sldId="273"/>
        </pc:sldMkLst>
        <pc:spChg chg="mod">
          <ac:chgData name="Guillaume Courtemanche" userId="35de7e6f-368f-4885-a7a3-546b113bf0d3" providerId="ADAL" clId="{72533612-C7E5-4825-B7A4-7F8F54856477}" dt="2021-07-27T16:02:07.408" v="3513" actId="5793"/>
          <ac:spMkLst>
            <pc:docMk/>
            <pc:sldMk cId="2474463786" sldId="273"/>
            <ac:spMk id="2" creationId="{BF26A4D2-5791-433A-8C78-FE8E8D611390}"/>
          </ac:spMkLst>
        </pc:spChg>
        <pc:spChg chg="del">
          <ac:chgData name="Guillaume Courtemanche" userId="35de7e6f-368f-4885-a7a3-546b113bf0d3" providerId="ADAL" clId="{72533612-C7E5-4825-B7A4-7F8F54856477}" dt="2021-07-27T16:02:08.764" v="3514" actId="22"/>
          <ac:spMkLst>
            <pc:docMk/>
            <pc:sldMk cId="2474463786" sldId="273"/>
            <ac:spMk id="3" creationId="{10265FE2-DB37-4A00-91B1-087C48F2D3B4}"/>
          </ac:spMkLst>
        </pc:spChg>
        <pc:spChg chg="add del mod">
          <ac:chgData name="Guillaume Courtemanche" userId="35de7e6f-368f-4885-a7a3-546b113bf0d3" providerId="ADAL" clId="{72533612-C7E5-4825-B7A4-7F8F54856477}" dt="2021-07-27T16:03:44.687" v="3559" actId="478"/>
          <ac:spMkLst>
            <pc:docMk/>
            <pc:sldMk cId="2474463786" sldId="273"/>
            <ac:spMk id="7" creationId="{BE85A434-4219-4863-ACA8-B663E27D0B85}"/>
          </ac:spMkLst>
        </pc:spChg>
        <pc:spChg chg="add mod">
          <ac:chgData name="Guillaume Courtemanche" userId="35de7e6f-368f-4885-a7a3-546b113bf0d3" providerId="ADAL" clId="{72533612-C7E5-4825-B7A4-7F8F54856477}" dt="2021-07-27T16:05:10.879" v="3617" actId="1038"/>
          <ac:spMkLst>
            <pc:docMk/>
            <pc:sldMk cId="2474463786" sldId="273"/>
            <ac:spMk id="10" creationId="{83822C65-C312-4173-BBA2-F04AC6219C7B}"/>
          </ac:spMkLst>
        </pc:spChg>
        <pc:spChg chg="add mod">
          <ac:chgData name="Guillaume Courtemanche" userId="35de7e6f-368f-4885-a7a3-546b113bf0d3" providerId="ADAL" clId="{72533612-C7E5-4825-B7A4-7F8F54856477}" dt="2021-07-27T16:05:39.919" v="3739" actId="20577"/>
          <ac:spMkLst>
            <pc:docMk/>
            <pc:sldMk cId="2474463786" sldId="273"/>
            <ac:spMk id="11" creationId="{8BDACBAB-9849-4C2A-9B42-5714CB36A9CD}"/>
          </ac:spMkLst>
        </pc:spChg>
        <pc:picChg chg="add del mod ord">
          <ac:chgData name="Guillaume Courtemanche" userId="35de7e6f-368f-4885-a7a3-546b113bf0d3" providerId="ADAL" clId="{72533612-C7E5-4825-B7A4-7F8F54856477}" dt="2021-07-27T16:03:06.090" v="3555" actId="478"/>
          <ac:picMkLst>
            <pc:docMk/>
            <pc:sldMk cId="2474463786" sldId="273"/>
            <ac:picMk id="5" creationId="{9B05CB91-D318-4269-A576-D75B883FA870}"/>
          </ac:picMkLst>
        </pc:picChg>
        <pc:picChg chg="add mod">
          <ac:chgData name="Guillaume Courtemanche" userId="35de7e6f-368f-4885-a7a3-546b113bf0d3" providerId="ADAL" clId="{72533612-C7E5-4825-B7A4-7F8F54856477}" dt="2021-07-27T16:05:10.879" v="3617" actId="1038"/>
          <ac:picMkLst>
            <pc:docMk/>
            <pc:sldMk cId="2474463786" sldId="273"/>
            <ac:picMk id="9" creationId="{36C7A709-F906-429A-B9C6-96DAD84A7817}"/>
          </ac:picMkLst>
        </pc:picChg>
        <pc:cxnChg chg="add mod">
          <ac:chgData name="Guillaume Courtemanche" userId="35de7e6f-368f-4885-a7a3-546b113bf0d3" providerId="ADAL" clId="{72533612-C7E5-4825-B7A4-7F8F54856477}" dt="2021-07-27T16:05:51.441" v="3742" actId="1582"/>
          <ac:cxnSpMkLst>
            <pc:docMk/>
            <pc:sldMk cId="2474463786" sldId="273"/>
            <ac:cxnSpMk id="13" creationId="{7A57BCDA-939F-4244-8C97-F20DD8F72C8D}"/>
          </ac:cxnSpMkLst>
        </pc:cxnChg>
      </pc:sldChg>
      <pc:sldChg chg="addSp delSp modSp add mod">
        <pc:chgData name="Guillaume Courtemanche" userId="35de7e6f-368f-4885-a7a3-546b113bf0d3" providerId="ADAL" clId="{72533612-C7E5-4825-B7A4-7F8F54856477}" dt="2021-07-27T16:02:55.301" v="3554" actId="20577"/>
        <pc:sldMkLst>
          <pc:docMk/>
          <pc:sldMk cId="287658411" sldId="274"/>
        </pc:sldMkLst>
        <pc:spChg chg="mod">
          <ac:chgData name="Guillaume Courtemanche" userId="35de7e6f-368f-4885-a7a3-546b113bf0d3" providerId="ADAL" clId="{72533612-C7E5-4825-B7A4-7F8F54856477}" dt="2021-07-27T16:02:55.301" v="3554" actId="20577"/>
          <ac:spMkLst>
            <pc:docMk/>
            <pc:sldMk cId="287658411" sldId="274"/>
            <ac:spMk id="2" creationId="{BF26A4D2-5791-433A-8C78-FE8E8D611390}"/>
          </ac:spMkLst>
        </pc:spChg>
        <pc:spChg chg="add del mod">
          <ac:chgData name="Guillaume Courtemanche" userId="35de7e6f-368f-4885-a7a3-546b113bf0d3" providerId="ADAL" clId="{72533612-C7E5-4825-B7A4-7F8F54856477}" dt="2021-07-27T16:02:27.064" v="3550" actId="478"/>
          <ac:spMkLst>
            <pc:docMk/>
            <pc:sldMk cId="287658411" sldId="274"/>
            <ac:spMk id="4" creationId="{B3953A6F-232C-4103-BB44-9D334B6E0EFD}"/>
          </ac:spMkLst>
        </pc:spChg>
        <pc:picChg chg="del">
          <ac:chgData name="Guillaume Courtemanche" userId="35de7e6f-368f-4885-a7a3-546b113bf0d3" providerId="ADAL" clId="{72533612-C7E5-4825-B7A4-7F8F54856477}" dt="2021-07-27T16:02:25.041" v="3549" actId="478"/>
          <ac:picMkLst>
            <pc:docMk/>
            <pc:sldMk cId="287658411" sldId="274"/>
            <ac:picMk id="5" creationId="{9B05CB91-D318-4269-A576-D75B883FA870}"/>
          </ac:picMkLst>
        </pc:picChg>
        <pc:picChg chg="add mod">
          <ac:chgData name="Guillaume Courtemanche" userId="35de7e6f-368f-4885-a7a3-546b113bf0d3" providerId="ADAL" clId="{72533612-C7E5-4825-B7A4-7F8F54856477}" dt="2021-07-27T16:02:47.530" v="3553" actId="1076"/>
          <ac:picMkLst>
            <pc:docMk/>
            <pc:sldMk cId="287658411" sldId="274"/>
            <ac:picMk id="7" creationId="{5FD4664A-7516-4A24-A1F6-BE47AA211306}"/>
          </ac:picMkLst>
        </pc:picChg>
      </pc:sldChg>
      <pc:sldChg chg="addSp delSp modSp add mod">
        <pc:chgData name="Guillaume Courtemanche" userId="35de7e6f-368f-4885-a7a3-546b113bf0d3" providerId="ADAL" clId="{72533612-C7E5-4825-B7A4-7F8F54856477}" dt="2021-07-27T16:07:57.102" v="3750" actId="1076"/>
        <pc:sldMkLst>
          <pc:docMk/>
          <pc:sldMk cId="395040817" sldId="275"/>
        </pc:sldMkLst>
        <pc:spChg chg="del">
          <ac:chgData name="Guillaume Courtemanche" userId="35de7e6f-368f-4885-a7a3-546b113bf0d3" providerId="ADAL" clId="{72533612-C7E5-4825-B7A4-7F8F54856477}" dt="2021-07-27T16:07:51.588" v="3746" actId="478"/>
          <ac:spMkLst>
            <pc:docMk/>
            <pc:sldMk cId="395040817" sldId="275"/>
            <ac:spMk id="10" creationId="{83822C65-C312-4173-BBA2-F04AC6219C7B}"/>
          </ac:spMkLst>
        </pc:spChg>
        <pc:spChg chg="del mod">
          <ac:chgData name="Guillaume Courtemanche" userId="35de7e6f-368f-4885-a7a3-546b113bf0d3" providerId="ADAL" clId="{72533612-C7E5-4825-B7A4-7F8F54856477}" dt="2021-07-27T16:07:52.501" v="3748" actId="478"/>
          <ac:spMkLst>
            <pc:docMk/>
            <pc:sldMk cId="395040817" sldId="275"/>
            <ac:spMk id="11" creationId="{8BDACBAB-9849-4C2A-9B42-5714CB36A9CD}"/>
          </ac:spMkLst>
        </pc:spChg>
        <pc:picChg chg="add mod">
          <ac:chgData name="Guillaume Courtemanche" userId="35de7e6f-368f-4885-a7a3-546b113bf0d3" providerId="ADAL" clId="{72533612-C7E5-4825-B7A4-7F8F54856477}" dt="2021-07-27T16:07:57.102" v="3750" actId="1076"/>
          <ac:picMkLst>
            <pc:docMk/>
            <pc:sldMk cId="395040817" sldId="275"/>
            <ac:picMk id="4" creationId="{791AE586-731A-437E-873E-2048F8B0A06E}"/>
          </ac:picMkLst>
        </pc:picChg>
        <pc:picChg chg="del">
          <ac:chgData name="Guillaume Courtemanche" userId="35de7e6f-368f-4885-a7a3-546b113bf0d3" providerId="ADAL" clId="{72533612-C7E5-4825-B7A4-7F8F54856477}" dt="2021-07-27T16:07:50.315" v="3744" actId="478"/>
          <ac:picMkLst>
            <pc:docMk/>
            <pc:sldMk cId="395040817" sldId="275"/>
            <ac:picMk id="9" creationId="{36C7A709-F906-429A-B9C6-96DAD84A7817}"/>
          </ac:picMkLst>
        </pc:picChg>
        <pc:cxnChg chg="del mod">
          <ac:chgData name="Guillaume Courtemanche" userId="35de7e6f-368f-4885-a7a3-546b113bf0d3" providerId="ADAL" clId="{72533612-C7E5-4825-B7A4-7F8F54856477}" dt="2021-07-27T16:07:50.941" v="3745" actId="478"/>
          <ac:cxnSpMkLst>
            <pc:docMk/>
            <pc:sldMk cId="395040817" sldId="275"/>
            <ac:cxnSpMk id="13" creationId="{7A57BCDA-939F-4244-8C97-F20DD8F72C8D}"/>
          </ac:cxnSpMkLst>
        </pc:cxnChg>
      </pc:sldChg>
      <pc:sldChg chg="modSp new mod">
        <pc:chgData name="Guillaume Courtemanche" userId="35de7e6f-368f-4885-a7a3-546b113bf0d3" providerId="ADAL" clId="{72533612-C7E5-4825-B7A4-7F8F54856477}" dt="2021-07-27T19:16:19.955" v="4018" actId="20577"/>
        <pc:sldMkLst>
          <pc:docMk/>
          <pc:sldMk cId="683192700" sldId="276"/>
        </pc:sldMkLst>
        <pc:spChg chg="mod">
          <ac:chgData name="Guillaume Courtemanche" userId="35de7e6f-368f-4885-a7a3-546b113bf0d3" providerId="ADAL" clId="{72533612-C7E5-4825-B7A4-7F8F54856477}" dt="2021-07-27T19:13:11.958" v="3784" actId="20577"/>
          <ac:spMkLst>
            <pc:docMk/>
            <pc:sldMk cId="683192700" sldId="276"/>
            <ac:spMk id="2" creationId="{E275AA5F-8B1B-4E26-B199-A43C7B9A2E2F}"/>
          </ac:spMkLst>
        </pc:spChg>
        <pc:spChg chg="mod">
          <ac:chgData name="Guillaume Courtemanche" userId="35de7e6f-368f-4885-a7a3-546b113bf0d3" providerId="ADAL" clId="{72533612-C7E5-4825-B7A4-7F8F54856477}" dt="2021-07-27T19:16:19.955" v="4018" actId="20577"/>
          <ac:spMkLst>
            <pc:docMk/>
            <pc:sldMk cId="683192700" sldId="276"/>
            <ac:spMk id="3" creationId="{A4FFA7F5-885D-4E06-BDA9-12D0C351505F}"/>
          </ac:spMkLst>
        </pc:spChg>
      </pc:sldChg>
      <pc:sldChg chg="addSp delSp modSp add mod">
        <pc:chgData name="Guillaume Courtemanche" userId="35de7e6f-368f-4885-a7a3-546b113bf0d3" providerId="ADAL" clId="{72533612-C7E5-4825-B7A4-7F8F54856477}" dt="2021-07-27T19:17:54.828" v="4037" actId="14100"/>
        <pc:sldMkLst>
          <pc:docMk/>
          <pc:sldMk cId="1655119748" sldId="277"/>
        </pc:sldMkLst>
        <pc:spChg chg="mod">
          <ac:chgData name="Guillaume Courtemanche" userId="35de7e6f-368f-4885-a7a3-546b113bf0d3" providerId="ADAL" clId="{72533612-C7E5-4825-B7A4-7F8F54856477}" dt="2021-07-27T19:16:25.209" v="4021" actId="6549"/>
          <ac:spMkLst>
            <pc:docMk/>
            <pc:sldMk cId="1655119748" sldId="277"/>
            <ac:spMk id="2" creationId="{E275AA5F-8B1B-4E26-B199-A43C7B9A2E2F}"/>
          </ac:spMkLst>
        </pc:spChg>
        <pc:spChg chg="del">
          <ac:chgData name="Guillaume Courtemanche" userId="35de7e6f-368f-4885-a7a3-546b113bf0d3" providerId="ADAL" clId="{72533612-C7E5-4825-B7A4-7F8F54856477}" dt="2021-07-27T19:16:26.662" v="4022" actId="478"/>
          <ac:spMkLst>
            <pc:docMk/>
            <pc:sldMk cId="1655119748" sldId="277"/>
            <ac:spMk id="3" creationId="{A4FFA7F5-885D-4E06-BDA9-12D0C351505F}"/>
          </ac:spMkLst>
        </pc:spChg>
        <pc:spChg chg="add del mod">
          <ac:chgData name="Guillaume Courtemanche" userId="35de7e6f-368f-4885-a7a3-546b113bf0d3" providerId="ADAL" clId="{72533612-C7E5-4825-B7A4-7F8F54856477}" dt="2021-07-27T19:16:44.004" v="4025" actId="478"/>
          <ac:spMkLst>
            <pc:docMk/>
            <pc:sldMk cId="1655119748" sldId="277"/>
            <ac:spMk id="5" creationId="{6849907A-9B01-446F-BFAF-D66B8A8A5634}"/>
          </ac:spMkLst>
        </pc:spChg>
        <pc:picChg chg="add mod">
          <ac:chgData name="Guillaume Courtemanche" userId="35de7e6f-368f-4885-a7a3-546b113bf0d3" providerId="ADAL" clId="{72533612-C7E5-4825-B7A4-7F8F54856477}" dt="2021-07-27T19:16:53.648" v="4027" actId="1076"/>
          <ac:picMkLst>
            <pc:docMk/>
            <pc:sldMk cId="1655119748" sldId="277"/>
            <ac:picMk id="7" creationId="{DE2DFC95-605E-4F31-B7E9-2F3BDC0BEA16}"/>
          </ac:picMkLst>
        </pc:picChg>
        <pc:picChg chg="add mod">
          <ac:chgData name="Guillaume Courtemanche" userId="35de7e6f-368f-4885-a7a3-546b113bf0d3" providerId="ADAL" clId="{72533612-C7E5-4825-B7A4-7F8F54856477}" dt="2021-07-27T19:17:20.639" v="4029" actId="1076"/>
          <ac:picMkLst>
            <pc:docMk/>
            <pc:sldMk cId="1655119748" sldId="277"/>
            <ac:picMk id="9" creationId="{F0B429E4-998B-499B-9FF2-ECAD1143B99D}"/>
          </ac:picMkLst>
        </pc:picChg>
        <pc:picChg chg="add mod">
          <ac:chgData name="Guillaume Courtemanche" userId="35de7e6f-368f-4885-a7a3-546b113bf0d3" providerId="ADAL" clId="{72533612-C7E5-4825-B7A4-7F8F54856477}" dt="2021-07-27T19:17:37.572" v="4031" actId="1076"/>
          <ac:picMkLst>
            <pc:docMk/>
            <pc:sldMk cId="1655119748" sldId="277"/>
            <ac:picMk id="11" creationId="{B5C9FFD5-DEF3-458C-B3A7-A899BF0C64E2}"/>
          </ac:picMkLst>
        </pc:picChg>
        <pc:cxnChg chg="add mod">
          <ac:chgData name="Guillaume Courtemanche" userId="35de7e6f-368f-4885-a7a3-546b113bf0d3" providerId="ADAL" clId="{72533612-C7E5-4825-B7A4-7F8F54856477}" dt="2021-07-27T19:17:51.814" v="4034" actId="14100"/>
          <ac:cxnSpMkLst>
            <pc:docMk/>
            <pc:sldMk cId="1655119748" sldId="277"/>
            <ac:cxnSpMk id="12" creationId="{B56F7ABE-D5E0-43F8-BC20-CBE6FFCE46DF}"/>
          </ac:cxnSpMkLst>
        </pc:cxnChg>
        <pc:cxnChg chg="add mod">
          <ac:chgData name="Guillaume Courtemanche" userId="35de7e6f-368f-4885-a7a3-546b113bf0d3" providerId="ADAL" clId="{72533612-C7E5-4825-B7A4-7F8F54856477}" dt="2021-07-27T19:17:54.828" v="4037" actId="14100"/>
          <ac:cxnSpMkLst>
            <pc:docMk/>
            <pc:sldMk cId="1655119748" sldId="277"/>
            <ac:cxnSpMk id="15" creationId="{9310D877-D2BA-4F8E-BD2E-4CEE27EFA421}"/>
          </ac:cxnSpMkLst>
        </pc:cxnChg>
      </pc:sldChg>
      <pc:sldChg chg="addSp delSp modSp add mod">
        <pc:chgData name="Guillaume Courtemanche" userId="35de7e6f-368f-4885-a7a3-546b113bf0d3" providerId="ADAL" clId="{72533612-C7E5-4825-B7A4-7F8F54856477}" dt="2021-07-27T19:23:09.899" v="4045" actId="1076"/>
        <pc:sldMkLst>
          <pc:docMk/>
          <pc:sldMk cId="2256642564" sldId="278"/>
        </pc:sldMkLst>
        <pc:picChg chg="add mod">
          <ac:chgData name="Guillaume Courtemanche" userId="35de7e6f-368f-4885-a7a3-546b113bf0d3" providerId="ADAL" clId="{72533612-C7E5-4825-B7A4-7F8F54856477}" dt="2021-07-27T19:23:09.899" v="4045" actId="1076"/>
          <ac:picMkLst>
            <pc:docMk/>
            <pc:sldMk cId="2256642564" sldId="278"/>
            <ac:picMk id="4" creationId="{B9809AEB-5784-496B-B332-DD713A2A5A48}"/>
          </ac:picMkLst>
        </pc:picChg>
        <pc:picChg chg="del">
          <ac:chgData name="Guillaume Courtemanche" userId="35de7e6f-368f-4885-a7a3-546b113bf0d3" providerId="ADAL" clId="{72533612-C7E5-4825-B7A4-7F8F54856477}" dt="2021-07-27T19:23:01.945" v="4040" actId="478"/>
          <ac:picMkLst>
            <pc:docMk/>
            <pc:sldMk cId="2256642564" sldId="278"/>
            <ac:picMk id="7" creationId="{DE2DFC95-605E-4F31-B7E9-2F3BDC0BEA16}"/>
          </ac:picMkLst>
        </pc:picChg>
        <pc:picChg chg="del">
          <ac:chgData name="Guillaume Courtemanche" userId="35de7e6f-368f-4885-a7a3-546b113bf0d3" providerId="ADAL" clId="{72533612-C7E5-4825-B7A4-7F8F54856477}" dt="2021-07-27T19:23:01.433" v="4039" actId="478"/>
          <ac:picMkLst>
            <pc:docMk/>
            <pc:sldMk cId="2256642564" sldId="278"/>
            <ac:picMk id="9" creationId="{F0B429E4-998B-499B-9FF2-ECAD1143B99D}"/>
          </ac:picMkLst>
        </pc:picChg>
        <pc:picChg chg="del">
          <ac:chgData name="Guillaume Courtemanche" userId="35de7e6f-368f-4885-a7a3-546b113bf0d3" providerId="ADAL" clId="{72533612-C7E5-4825-B7A4-7F8F54856477}" dt="2021-07-27T19:23:04.515" v="4043" actId="478"/>
          <ac:picMkLst>
            <pc:docMk/>
            <pc:sldMk cId="2256642564" sldId="278"/>
            <ac:picMk id="11" creationId="{B5C9FFD5-DEF3-458C-B3A7-A899BF0C64E2}"/>
          </ac:picMkLst>
        </pc:picChg>
        <pc:cxnChg chg="del mod">
          <ac:chgData name="Guillaume Courtemanche" userId="35de7e6f-368f-4885-a7a3-546b113bf0d3" providerId="ADAL" clId="{72533612-C7E5-4825-B7A4-7F8F54856477}" dt="2021-07-27T19:23:03.092" v="4041" actId="478"/>
          <ac:cxnSpMkLst>
            <pc:docMk/>
            <pc:sldMk cId="2256642564" sldId="278"/>
            <ac:cxnSpMk id="12" creationId="{B56F7ABE-D5E0-43F8-BC20-CBE6FFCE46DF}"/>
          </ac:cxnSpMkLst>
        </pc:cxnChg>
        <pc:cxnChg chg="del mod">
          <ac:chgData name="Guillaume Courtemanche" userId="35de7e6f-368f-4885-a7a3-546b113bf0d3" providerId="ADAL" clId="{72533612-C7E5-4825-B7A4-7F8F54856477}" dt="2021-07-27T19:23:04.291" v="4042" actId="478"/>
          <ac:cxnSpMkLst>
            <pc:docMk/>
            <pc:sldMk cId="2256642564" sldId="278"/>
            <ac:cxnSpMk id="15" creationId="{9310D877-D2BA-4F8E-BD2E-4CEE27EFA421}"/>
          </ac:cxnSpMkLst>
        </pc:cxnChg>
      </pc:sldChg>
    </pc:docChg>
  </pc:docChgLst>
  <pc:docChgLst>
    <pc:chgData name="Guillaume Courtemanche" userId="35de7e6f-368f-4885-a7a3-546b113bf0d3" providerId="ADAL" clId="{B7CC45B9-1D6B-402C-862D-5BE4FF81A98B}"/>
    <pc:docChg chg="undo custSel addSld delSld modSld sldOrd">
      <pc:chgData name="Guillaume Courtemanche" userId="35de7e6f-368f-4885-a7a3-546b113bf0d3" providerId="ADAL" clId="{B7CC45B9-1D6B-402C-862D-5BE4FF81A98B}" dt="2021-07-15T16:14:44.280" v="7566" actId="47"/>
      <pc:docMkLst>
        <pc:docMk/>
      </pc:docMkLst>
      <pc:sldChg chg="modSp new mod">
        <pc:chgData name="Guillaume Courtemanche" userId="35de7e6f-368f-4885-a7a3-546b113bf0d3" providerId="ADAL" clId="{B7CC45B9-1D6B-402C-862D-5BE4FF81A98B}" dt="2021-07-13T17:02:33.576" v="405" actId="20577"/>
        <pc:sldMkLst>
          <pc:docMk/>
          <pc:sldMk cId="2420190225" sldId="258"/>
        </pc:sldMkLst>
        <pc:spChg chg="mod">
          <ac:chgData name="Guillaume Courtemanche" userId="35de7e6f-368f-4885-a7a3-546b113bf0d3" providerId="ADAL" clId="{B7CC45B9-1D6B-402C-862D-5BE4FF81A98B}" dt="2021-07-13T17:02:33.576" v="405" actId="20577"/>
          <ac:spMkLst>
            <pc:docMk/>
            <pc:sldMk cId="2420190225" sldId="258"/>
            <ac:spMk id="2" creationId="{A2822B87-771A-4CC9-844D-50506B871B56}"/>
          </ac:spMkLst>
        </pc:spChg>
        <pc:spChg chg="mod">
          <ac:chgData name="Guillaume Courtemanche" userId="35de7e6f-368f-4885-a7a3-546b113bf0d3" providerId="ADAL" clId="{B7CC45B9-1D6B-402C-862D-5BE4FF81A98B}" dt="2021-07-13T16:57:34.273" v="402" actId="20577"/>
          <ac:spMkLst>
            <pc:docMk/>
            <pc:sldMk cId="2420190225" sldId="258"/>
            <ac:spMk id="3" creationId="{E898BA68-48A6-45FB-8F08-E43444BE10E9}"/>
          </ac:spMkLst>
        </pc:spChg>
      </pc:sldChg>
      <pc:sldChg chg="modSp new mod">
        <pc:chgData name="Guillaume Courtemanche" userId="35de7e6f-368f-4885-a7a3-546b113bf0d3" providerId="ADAL" clId="{B7CC45B9-1D6B-402C-862D-5BE4FF81A98B}" dt="2021-07-13T18:37:59.536" v="734" actId="20577"/>
        <pc:sldMkLst>
          <pc:docMk/>
          <pc:sldMk cId="72911679" sldId="259"/>
        </pc:sldMkLst>
        <pc:spChg chg="mod">
          <ac:chgData name="Guillaume Courtemanche" userId="35de7e6f-368f-4885-a7a3-546b113bf0d3" providerId="ADAL" clId="{B7CC45B9-1D6B-402C-862D-5BE4FF81A98B}" dt="2021-07-13T17:02:59.420" v="411" actId="20577"/>
          <ac:spMkLst>
            <pc:docMk/>
            <pc:sldMk cId="72911679" sldId="259"/>
            <ac:spMk id="2" creationId="{D1A63E34-C209-49CD-B6FC-B8D0AA9B96B1}"/>
          </ac:spMkLst>
        </pc:spChg>
        <pc:spChg chg="mod">
          <ac:chgData name="Guillaume Courtemanche" userId="35de7e6f-368f-4885-a7a3-546b113bf0d3" providerId="ADAL" clId="{B7CC45B9-1D6B-402C-862D-5BE4FF81A98B}" dt="2021-07-13T18:37:59.536" v="734" actId="20577"/>
          <ac:spMkLst>
            <pc:docMk/>
            <pc:sldMk cId="72911679" sldId="259"/>
            <ac:spMk id="3" creationId="{26AF2E14-0FFD-4A46-9F76-BC54F86F80F9}"/>
          </ac:spMkLst>
        </pc:spChg>
      </pc:sldChg>
      <pc:sldChg chg="add del">
        <pc:chgData name="Guillaume Courtemanche" userId="35de7e6f-368f-4885-a7a3-546b113bf0d3" providerId="ADAL" clId="{B7CC45B9-1D6B-402C-862D-5BE4FF81A98B}" dt="2021-07-13T16:53:37.723" v="2" actId="2890"/>
        <pc:sldMkLst>
          <pc:docMk/>
          <pc:sldMk cId="2215169824" sldId="259"/>
        </pc:sldMkLst>
      </pc:sldChg>
      <pc:sldChg chg="addSp delSp modSp add mod">
        <pc:chgData name="Guillaume Courtemanche" userId="35de7e6f-368f-4885-a7a3-546b113bf0d3" providerId="ADAL" clId="{B7CC45B9-1D6B-402C-862D-5BE4FF81A98B}" dt="2021-07-13T18:18:46.584" v="631" actId="207"/>
        <pc:sldMkLst>
          <pc:docMk/>
          <pc:sldMk cId="825274893" sldId="260"/>
        </pc:sldMkLst>
        <pc:spChg chg="del mod">
          <ac:chgData name="Guillaume Courtemanche" userId="35de7e6f-368f-4885-a7a3-546b113bf0d3" providerId="ADAL" clId="{B7CC45B9-1D6B-402C-862D-5BE4FF81A98B}" dt="2021-07-13T18:15:33.917" v="518" actId="478"/>
          <ac:spMkLst>
            <pc:docMk/>
            <pc:sldMk cId="825274893" sldId="260"/>
            <ac:spMk id="3" creationId="{26AF2E14-0FFD-4A46-9F76-BC54F86F80F9}"/>
          </ac:spMkLst>
        </pc:spChg>
        <pc:spChg chg="add mod">
          <ac:chgData name="Guillaume Courtemanche" userId="35de7e6f-368f-4885-a7a3-546b113bf0d3" providerId="ADAL" clId="{B7CC45B9-1D6B-402C-862D-5BE4FF81A98B}" dt="2021-07-13T18:15:58.876" v="524" actId="14100"/>
          <ac:spMkLst>
            <pc:docMk/>
            <pc:sldMk cId="825274893" sldId="260"/>
            <ac:spMk id="6" creationId="{C6CC7C6E-545A-483C-9EB1-8E2EF20DA1EF}"/>
          </ac:spMkLst>
        </pc:spChg>
        <pc:spChg chg="add mod">
          <ac:chgData name="Guillaume Courtemanche" userId="35de7e6f-368f-4885-a7a3-546b113bf0d3" providerId="ADAL" clId="{B7CC45B9-1D6B-402C-862D-5BE4FF81A98B}" dt="2021-07-13T18:16:10.658" v="527" actId="14100"/>
          <ac:spMkLst>
            <pc:docMk/>
            <pc:sldMk cId="825274893" sldId="260"/>
            <ac:spMk id="7" creationId="{4B5E2273-452E-43CF-B623-7F4109BA41F4}"/>
          </ac:spMkLst>
        </pc:spChg>
        <pc:spChg chg="add mod">
          <ac:chgData name="Guillaume Courtemanche" userId="35de7e6f-368f-4885-a7a3-546b113bf0d3" providerId="ADAL" clId="{B7CC45B9-1D6B-402C-862D-5BE4FF81A98B}" dt="2021-07-13T18:16:22.587" v="530" actId="14100"/>
          <ac:spMkLst>
            <pc:docMk/>
            <pc:sldMk cId="825274893" sldId="260"/>
            <ac:spMk id="8" creationId="{BC2B9261-E5C7-44CC-9626-50637D387212}"/>
          </ac:spMkLst>
        </pc:spChg>
        <pc:spChg chg="add mod">
          <ac:chgData name="Guillaume Courtemanche" userId="35de7e6f-368f-4885-a7a3-546b113bf0d3" providerId="ADAL" clId="{B7CC45B9-1D6B-402C-862D-5BE4FF81A98B}" dt="2021-07-13T18:16:31.669" v="534" actId="14100"/>
          <ac:spMkLst>
            <pc:docMk/>
            <pc:sldMk cId="825274893" sldId="260"/>
            <ac:spMk id="9" creationId="{18A278B2-6773-4EA8-BF2D-D70A41C18DBD}"/>
          </ac:spMkLst>
        </pc:spChg>
        <pc:spChg chg="add mod">
          <ac:chgData name="Guillaume Courtemanche" userId="35de7e6f-368f-4885-a7a3-546b113bf0d3" providerId="ADAL" clId="{B7CC45B9-1D6B-402C-862D-5BE4FF81A98B}" dt="2021-07-13T18:18:46.584" v="631" actId="207"/>
          <ac:spMkLst>
            <pc:docMk/>
            <pc:sldMk cId="825274893" sldId="260"/>
            <ac:spMk id="10" creationId="{06955CDA-55A1-457E-A97E-EE421B97BBBA}"/>
          </ac:spMkLst>
        </pc:spChg>
        <pc:spChg chg="add mod">
          <ac:chgData name="Guillaume Courtemanche" userId="35de7e6f-368f-4885-a7a3-546b113bf0d3" providerId="ADAL" clId="{B7CC45B9-1D6B-402C-862D-5BE4FF81A98B}" dt="2021-07-13T18:18:46.584" v="631" actId="207"/>
          <ac:spMkLst>
            <pc:docMk/>
            <pc:sldMk cId="825274893" sldId="260"/>
            <ac:spMk id="11" creationId="{F9E2E9C3-1DE5-420C-9C9F-4366F3F66EE7}"/>
          </ac:spMkLst>
        </pc:spChg>
        <pc:spChg chg="add mod">
          <ac:chgData name="Guillaume Courtemanche" userId="35de7e6f-368f-4885-a7a3-546b113bf0d3" providerId="ADAL" clId="{B7CC45B9-1D6B-402C-862D-5BE4FF81A98B}" dt="2021-07-13T18:18:46.584" v="631" actId="207"/>
          <ac:spMkLst>
            <pc:docMk/>
            <pc:sldMk cId="825274893" sldId="260"/>
            <ac:spMk id="12" creationId="{7BE10BB9-768A-4572-94BE-D6EE91305467}"/>
          </ac:spMkLst>
        </pc:spChg>
        <pc:spChg chg="add mod">
          <ac:chgData name="Guillaume Courtemanche" userId="35de7e6f-368f-4885-a7a3-546b113bf0d3" providerId="ADAL" clId="{B7CC45B9-1D6B-402C-862D-5BE4FF81A98B}" dt="2021-07-13T18:18:46.584" v="631" actId="207"/>
          <ac:spMkLst>
            <pc:docMk/>
            <pc:sldMk cId="825274893" sldId="260"/>
            <ac:spMk id="13" creationId="{154D4B2F-8F85-4A53-884C-D8EF1FD43766}"/>
          </ac:spMkLst>
        </pc:spChg>
        <pc:picChg chg="add mod">
          <ac:chgData name="Guillaume Courtemanche" userId="35de7e6f-368f-4885-a7a3-546b113bf0d3" providerId="ADAL" clId="{B7CC45B9-1D6B-402C-862D-5BE4FF81A98B}" dt="2021-07-13T18:15:31.690" v="517" actId="1076"/>
          <ac:picMkLst>
            <pc:docMk/>
            <pc:sldMk cId="825274893" sldId="260"/>
            <ac:picMk id="5" creationId="{0788848E-7ACD-44A0-88D4-4728510B2C4D}"/>
          </ac:picMkLst>
        </pc:picChg>
        <pc:cxnChg chg="add mod">
          <ac:chgData name="Guillaume Courtemanche" userId="35de7e6f-368f-4885-a7a3-546b113bf0d3" providerId="ADAL" clId="{B7CC45B9-1D6B-402C-862D-5BE4FF81A98B}" dt="2021-07-13T18:18:06.720" v="618" actId="1582"/>
          <ac:cxnSpMkLst>
            <pc:docMk/>
            <pc:sldMk cId="825274893" sldId="260"/>
            <ac:cxnSpMk id="15" creationId="{E2734CD5-A4F4-4687-BE1A-FB8A451F2D69}"/>
          </ac:cxnSpMkLst>
        </pc:cxnChg>
        <pc:cxnChg chg="add mod">
          <ac:chgData name="Guillaume Courtemanche" userId="35de7e6f-368f-4885-a7a3-546b113bf0d3" providerId="ADAL" clId="{B7CC45B9-1D6B-402C-862D-5BE4FF81A98B}" dt="2021-07-13T18:18:17.988" v="623" actId="1076"/>
          <ac:cxnSpMkLst>
            <pc:docMk/>
            <pc:sldMk cId="825274893" sldId="260"/>
            <ac:cxnSpMk id="17" creationId="{A746F3AC-1361-44D8-916C-556A37A9CF85}"/>
          </ac:cxnSpMkLst>
        </pc:cxnChg>
        <pc:cxnChg chg="add mod">
          <ac:chgData name="Guillaume Courtemanche" userId="35de7e6f-368f-4885-a7a3-546b113bf0d3" providerId="ADAL" clId="{B7CC45B9-1D6B-402C-862D-5BE4FF81A98B}" dt="2021-07-13T18:18:24.344" v="626" actId="14100"/>
          <ac:cxnSpMkLst>
            <pc:docMk/>
            <pc:sldMk cId="825274893" sldId="260"/>
            <ac:cxnSpMk id="21" creationId="{33754F56-7523-487B-B79D-BF26A1419BE4}"/>
          </ac:cxnSpMkLst>
        </pc:cxnChg>
        <pc:cxnChg chg="add mod">
          <ac:chgData name="Guillaume Courtemanche" userId="35de7e6f-368f-4885-a7a3-546b113bf0d3" providerId="ADAL" clId="{B7CC45B9-1D6B-402C-862D-5BE4FF81A98B}" dt="2021-07-13T18:18:30.726" v="629" actId="14100"/>
          <ac:cxnSpMkLst>
            <pc:docMk/>
            <pc:sldMk cId="825274893" sldId="260"/>
            <ac:cxnSpMk id="24" creationId="{0DC5F3BA-609A-46C4-88A6-9C9887889557}"/>
          </ac:cxnSpMkLst>
        </pc:cxnChg>
      </pc:sldChg>
      <pc:sldChg chg="modSp new mod">
        <pc:chgData name="Guillaume Courtemanche" userId="35de7e6f-368f-4885-a7a3-546b113bf0d3" providerId="ADAL" clId="{B7CC45B9-1D6B-402C-862D-5BE4FF81A98B}" dt="2021-07-13T18:41:33.423" v="1148" actId="20577"/>
        <pc:sldMkLst>
          <pc:docMk/>
          <pc:sldMk cId="157485076" sldId="261"/>
        </pc:sldMkLst>
        <pc:spChg chg="mod">
          <ac:chgData name="Guillaume Courtemanche" userId="35de7e6f-368f-4885-a7a3-546b113bf0d3" providerId="ADAL" clId="{B7CC45B9-1D6B-402C-862D-5BE4FF81A98B}" dt="2021-07-13T18:38:08.858" v="747" actId="20577"/>
          <ac:spMkLst>
            <pc:docMk/>
            <pc:sldMk cId="157485076" sldId="261"/>
            <ac:spMk id="2" creationId="{A2833715-345D-4968-B624-02C5F2404693}"/>
          </ac:spMkLst>
        </pc:spChg>
        <pc:spChg chg="mod">
          <ac:chgData name="Guillaume Courtemanche" userId="35de7e6f-368f-4885-a7a3-546b113bf0d3" providerId="ADAL" clId="{B7CC45B9-1D6B-402C-862D-5BE4FF81A98B}" dt="2021-07-13T18:41:33.423" v="1148" actId="20577"/>
          <ac:spMkLst>
            <pc:docMk/>
            <pc:sldMk cId="157485076" sldId="261"/>
            <ac:spMk id="3" creationId="{97367DCA-31DA-4B99-A1BC-8D4DE26F2935}"/>
          </ac:spMkLst>
        </pc:spChg>
      </pc:sldChg>
      <pc:sldChg chg="addSp delSp modSp add mod">
        <pc:chgData name="Guillaume Courtemanche" userId="35de7e6f-368f-4885-a7a3-546b113bf0d3" providerId="ADAL" clId="{B7CC45B9-1D6B-402C-862D-5BE4FF81A98B}" dt="2021-07-13T18:42:35.333" v="1190" actId="1076"/>
        <pc:sldMkLst>
          <pc:docMk/>
          <pc:sldMk cId="3912664393" sldId="262"/>
        </pc:sldMkLst>
        <pc:spChg chg="mod">
          <ac:chgData name="Guillaume Courtemanche" userId="35de7e6f-368f-4885-a7a3-546b113bf0d3" providerId="ADAL" clId="{B7CC45B9-1D6B-402C-862D-5BE4FF81A98B}" dt="2021-07-13T18:41:42.784" v="1178" actId="20577"/>
          <ac:spMkLst>
            <pc:docMk/>
            <pc:sldMk cId="3912664393" sldId="262"/>
            <ac:spMk id="2" creationId="{A2833715-345D-4968-B624-02C5F2404693}"/>
          </ac:spMkLst>
        </pc:spChg>
        <pc:spChg chg="del">
          <ac:chgData name="Guillaume Courtemanche" userId="35de7e6f-368f-4885-a7a3-546b113bf0d3" providerId="ADAL" clId="{B7CC45B9-1D6B-402C-862D-5BE4FF81A98B}" dt="2021-07-13T18:41:45.956" v="1179" actId="478"/>
          <ac:spMkLst>
            <pc:docMk/>
            <pc:sldMk cId="3912664393" sldId="262"/>
            <ac:spMk id="3" creationId="{97367DCA-31DA-4B99-A1BC-8D4DE26F2935}"/>
          </ac:spMkLst>
        </pc:spChg>
        <pc:spChg chg="add del mod">
          <ac:chgData name="Guillaume Courtemanche" userId="35de7e6f-368f-4885-a7a3-546b113bf0d3" providerId="ADAL" clId="{B7CC45B9-1D6B-402C-862D-5BE4FF81A98B}" dt="2021-07-13T18:41:48.182" v="1180" actId="478"/>
          <ac:spMkLst>
            <pc:docMk/>
            <pc:sldMk cId="3912664393" sldId="262"/>
            <ac:spMk id="5" creationId="{75F1498C-1DE2-4ABB-95A0-822B08012B0A}"/>
          </ac:spMkLst>
        </pc:spChg>
        <pc:spChg chg="add mod">
          <ac:chgData name="Guillaume Courtemanche" userId="35de7e6f-368f-4885-a7a3-546b113bf0d3" providerId="ADAL" clId="{B7CC45B9-1D6B-402C-862D-5BE4FF81A98B}" dt="2021-07-13T18:42:33.265" v="1189" actId="1076"/>
          <ac:spMkLst>
            <pc:docMk/>
            <pc:sldMk cId="3912664393" sldId="262"/>
            <ac:spMk id="10" creationId="{107898A8-909A-46E1-BCDD-66BB5974FF6E}"/>
          </ac:spMkLst>
        </pc:spChg>
        <pc:picChg chg="add mod">
          <ac:chgData name="Guillaume Courtemanche" userId="35de7e6f-368f-4885-a7a3-546b113bf0d3" providerId="ADAL" clId="{B7CC45B9-1D6B-402C-862D-5BE4FF81A98B}" dt="2021-07-13T18:42:31.146" v="1188" actId="14100"/>
          <ac:picMkLst>
            <pc:docMk/>
            <pc:sldMk cId="3912664393" sldId="262"/>
            <ac:picMk id="7" creationId="{31027571-D3B0-44A5-88EE-CDB879B239F4}"/>
          </ac:picMkLst>
        </pc:picChg>
        <pc:picChg chg="add mod">
          <ac:chgData name="Guillaume Courtemanche" userId="35de7e6f-368f-4885-a7a3-546b113bf0d3" providerId="ADAL" clId="{B7CC45B9-1D6B-402C-862D-5BE4FF81A98B}" dt="2021-07-13T18:42:35.333" v="1190" actId="1076"/>
          <ac:picMkLst>
            <pc:docMk/>
            <pc:sldMk cId="3912664393" sldId="262"/>
            <ac:picMk id="9" creationId="{AD8AB704-3416-4990-90D9-6918F60A1620}"/>
          </ac:picMkLst>
        </pc:picChg>
      </pc:sldChg>
      <pc:sldChg chg="addSp delSp modSp add mod">
        <pc:chgData name="Guillaume Courtemanche" userId="35de7e6f-368f-4885-a7a3-546b113bf0d3" providerId="ADAL" clId="{B7CC45B9-1D6B-402C-862D-5BE4FF81A98B}" dt="2021-07-13T18:51:13.105" v="1232" actId="1076"/>
        <pc:sldMkLst>
          <pc:docMk/>
          <pc:sldMk cId="3559324625" sldId="263"/>
        </pc:sldMkLst>
        <pc:spChg chg="mod">
          <ac:chgData name="Guillaume Courtemanche" userId="35de7e6f-368f-4885-a7a3-546b113bf0d3" providerId="ADAL" clId="{B7CC45B9-1D6B-402C-862D-5BE4FF81A98B}" dt="2021-07-13T18:50:35.037" v="1220" actId="20577"/>
          <ac:spMkLst>
            <pc:docMk/>
            <pc:sldMk cId="3559324625" sldId="263"/>
            <ac:spMk id="2" creationId="{A2833715-345D-4968-B624-02C5F2404693}"/>
          </ac:spMkLst>
        </pc:spChg>
        <pc:spChg chg="del">
          <ac:chgData name="Guillaume Courtemanche" userId="35de7e6f-368f-4885-a7a3-546b113bf0d3" providerId="ADAL" clId="{B7CC45B9-1D6B-402C-862D-5BE4FF81A98B}" dt="2021-07-13T18:50:37.907" v="1222" actId="478"/>
          <ac:spMkLst>
            <pc:docMk/>
            <pc:sldMk cId="3559324625" sldId="263"/>
            <ac:spMk id="10" creationId="{107898A8-909A-46E1-BCDD-66BB5974FF6E}"/>
          </ac:spMkLst>
        </pc:spChg>
        <pc:spChg chg="add mod">
          <ac:chgData name="Guillaume Courtemanche" userId="35de7e6f-368f-4885-a7a3-546b113bf0d3" providerId="ADAL" clId="{B7CC45B9-1D6B-402C-862D-5BE4FF81A98B}" dt="2021-07-13T18:51:13.105" v="1232" actId="1076"/>
          <ac:spMkLst>
            <pc:docMk/>
            <pc:sldMk cId="3559324625" sldId="263"/>
            <ac:spMk id="11" creationId="{41E1E151-5D7A-4C5B-B467-75933153DF5B}"/>
          </ac:spMkLst>
        </pc:spChg>
        <pc:picChg chg="add mod">
          <ac:chgData name="Guillaume Courtemanche" userId="35de7e6f-368f-4885-a7a3-546b113bf0d3" providerId="ADAL" clId="{B7CC45B9-1D6B-402C-862D-5BE4FF81A98B}" dt="2021-07-13T18:50:55.891" v="1228" actId="1076"/>
          <ac:picMkLst>
            <pc:docMk/>
            <pc:sldMk cId="3559324625" sldId="263"/>
            <ac:picMk id="4" creationId="{61273C48-03B3-4AFD-BF58-74B3E6F64B11}"/>
          </ac:picMkLst>
        </pc:picChg>
        <pc:picChg chg="add mod">
          <ac:chgData name="Guillaume Courtemanche" userId="35de7e6f-368f-4885-a7a3-546b113bf0d3" providerId="ADAL" clId="{B7CC45B9-1D6B-402C-862D-5BE4FF81A98B}" dt="2021-07-13T18:51:06.808" v="1230" actId="1076"/>
          <ac:picMkLst>
            <pc:docMk/>
            <pc:sldMk cId="3559324625" sldId="263"/>
            <ac:picMk id="6" creationId="{80CA254F-209F-48D2-8931-1EC6790DCE6E}"/>
          </ac:picMkLst>
        </pc:picChg>
        <pc:picChg chg="del">
          <ac:chgData name="Guillaume Courtemanche" userId="35de7e6f-368f-4885-a7a3-546b113bf0d3" providerId="ADAL" clId="{B7CC45B9-1D6B-402C-862D-5BE4FF81A98B}" dt="2021-07-13T18:50:36.946" v="1221" actId="478"/>
          <ac:picMkLst>
            <pc:docMk/>
            <pc:sldMk cId="3559324625" sldId="263"/>
            <ac:picMk id="7" creationId="{31027571-D3B0-44A5-88EE-CDB879B239F4}"/>
          </ac:picMkLst>
        </pc:picChg>
        <pc:picChg chg="del">
          <ac:chgData name="Guillaume Courtemanche" userId="35de7e6f-368f-4885-a7a3-546b113bf0d3" providerId="ADAL" clId="{B7CC45B9-1D6B-402C-862D-5BE4FF81A98B}" dt="2021-07-13T18:50:38.207" v="1223" actId="478"/>
          <ac:picMkLst>
            <pc:docMk/>
            <pc:sldMk cId="3559324625" sldId="263"/>
            <ac:picMk id="9" creationId="{AD8AB704-3416-4990-90D9-6918F60A1620}"/>
          </ac:picMkLst>
        </pc:picChg>
      </pc:sldChg>
      <pc:sldChg chg="modSp new mod">
        <pc:chgData name="Guillaume Courtemanche" userId="35de7e6f-368f-4885-a7a3-546b113bf0d3" providerId="ADAL" clId="{B7CC45B9-1D6B-402C-862D-5BE4FF81A98B}" dt="2021-07-13T19:19:54.871" v="1692" actId="20577"/>
        <pc:sldMkLst>
          <pc:docMk/>
          <pc:sldMk cId="1636141672" sldId="264"/>
        </pc:sldMkLst>
        <pc:spChg chg="mod">
          <ac:chgData name="Guillaume Courtemanche" userId="35de7e6f-368f-4885-a7a3-546b113bf0d3" providerId="ADAL" clId="{B7CC45B9-1D6B-402C-862D-5BE4FF81A98B}" dt="2021-07-13T18:53:27.694" v="1251" actId="20577"/>
          <ac:spMkLst>
            <pc:docMk/>
            <pc:sldMk cId="1636141672" sldId="264"/>
            <ac:spMk id="2" creationId="{927F4406-139A-4E82-9A56-A9B92956BF92}"/>
          </ac:spMkLst>
        </pc:spChg>
        <pc:spChg chg="mod">
          <ac:chgData name="Guillaume Courtemanche" userId="35de7e6f-368f-4885-a7a3-546b113bf0d3" providerId="ADAL" clId="{B7CC45B9-1D6B-402C-862D-5BE4FF81A98B}" dt="2021-07-13T19:19:54.871" v="1692" actId="20577"/>
          <ac:spMkLst>
            <pc:docMk/>
            <pc:sldMk cId="1636141672" sldId="264"/>
            <ac:spMk id="3" creationId="{D01360A7-5285-4ADF-B623-2775E97669ED}"/>
          </ac:spMkLst>
        </pc:spChg>
      </pc:sldChg>
      <pc:sldChg chg="addSp delSp modSp new mod">
        <pc:chgData name="Guillaume Courtemanche" userId="35de7e6f-368f-4885-a7a3-546b113bf0d3" providerId="ADAL" clId="{B7CC45B9-1D6B-402C-862D-5BE4FF81A98B}" dt="2021-07-13T19:30:59.524" v="1730" actId="1076"/>
        <pc:sldMkLst>
          <pc:docMk/>
          <pc:sldMk cId="2331561103" sldId="265"/>
        </pc:sldMkLst>
        <pc:spChg chg="mod">
          <ac:chgData name="Guillaume Courtemanche" userId="35de7e6f-368f-4885-a7a3-546b113bf0d3" providerId="ADAL" clId="{B7CC45B9-1D6B-402C-862D-5BE4FF81A98B}" dt="2021-07-13T19:30:39.917" v="1725" actId="20577"/>
          <ac:spMkLst>
            <pc:docMk/>
            <pc:sldMk cId="2331561103" sldId="265"/>
            <ac:spMk id="2" creationId="{8CDC09AC-7DB8-470F-8E4A-E34F25870E93}"/>
          </ac:spMkLst>
        </pc:spChg>
        <pc:spChg chg="del">
          <ac:chgData name="Guillaume Courtemanche" userId="35de7e6f-368f-4885-a7a3-546b113bf0d3" providerId="ADAL" clId="{B7CC45B9-1D6B-402C-862D-5BE4FF81A98B}" dt="2021-07-13T19:30:35.946" v="1707" actId="478"/>
          <ac:spMkLst>
            <pc:docMk/>
            <pc:sldMk cId="2331561103" sldId="265"/>
            <ac:spMk id="3" creationId="{DC4306BB-6841-4356-9662-1A763A7CDD10}"/>
          </ac:spMkLst>
        </pc:spChg>
        <pc:spChg chg="add mod">
          <ac:chgData name="Guillaume Courtemanche" userId="35de7e6f-368f-4885-a7a3-546b113bf0d3" providerId="ADAL" clId="{B7CC45B9-1D6B-402C-862D-5BE4FF81A98B}" dt="2021-07-13T19:30:50.745" v="1728" actId="1076"/>
          <ac:spMkLst>
            <pc:docMk/>
            <pc:sldMk cId="2331561103" sldId="265"/>
            <ac:spMk id="6" creationId="{B555D175-1A5C-4423-AAD1-24E10E5626D8}"/>
          </ac:spMkLst>
        </pc:spChg>
        <pc:picChg chg="add mod">
          <ac:chgData name="Guillaume Courtemanche" userId="35de7e6f-368f-4885-a7a3-546b113bf0d3" providerId="ADAL" clId="{B7CC45B9-1D6B-402C-862D-5BE4FF81A98B}" dt="2021-07-13T19:30:42.601" v="1726" actId="1076"/>
          <ac:picMkLst>
            <pc:docMk/>
            <pc:sldMk cId="2331561103" sldId="265"/>
            <ac:picMk id="5" creationId="{F183F90A-F205-4242-BD78-2DCF789FD001}"/>
          </ac:picMkLst>
        </pc:picChg>
        <pc:picChg chg="add mod">
          <ac:chgData name="Guillaume Courtemanche" userId="35de7e6f-368f-4885-a7a3-546b113bf0d3" providerId="ADAL" clId="{B7CC45B9-1D6B-402C-862D-5BE4FF81A98B}" dt="2021-07-13T19:30:59.524" v="1730" actId="1076"/>
          <ac:picMkLst>
            <pc:docMk/>
            <pc:sldMk cId="2331561103" sldId="265"/>
            <ac:picMk id="8" creationId="{713A752D-8744-46C2-9DC4-5B6D558E0AC1}"/>
          </ac:picMkLst>
        </pc:picChg>
      </pc:sldChg>
      <pc:sldChg chg="addSp delSp modSp add mod">
        <pc:chgData name="Guillaume Courtemanche" userId="35de7e6f-368f-4885-a7a3-546b113bf0d3" providerId="ADAL" clId="{B7CC45B9-1D6B-402C-862D-5BE4FF81A98B}" dt="2021-07-14T16:15:04.555" v="4819" actId="20577"/>
        <pc:sldMkLst>
          <pc:docMk/>
          <pc:sldMk cId="869069254" sldId="266"/>
        </pc:sldMkLst>
        <pc:spChg chg="mod">
          <ac:chgData name="Guillaume Courtemanche" userId="35de7e6f-368f-4885-a7a3-546b113bf0d3" providerId="ADAL" clId="{B7CC45B9-1D6B-402C-862D-5BE4FF81A98B}" dt="2021-07-13T19:31:07.884" v="1740" actId="20577"/>
          <ac:spMkLst>
            <pc:docMk/>
            <pc:sldMk cId="869069254" sldId="266"/>
            <ac:spMk id="2" creationId="{8CDC09AC-7DB8-470F-8E4A-E34F25870E93}"/>
          </ac:spMkLst>
        </pc:spChg>
        <pc:spChg chg="add mod">
          <ac:chgData name="Guillaume Courtemanche" userId="35de7e6f-368f-4885-a7a3-546b113bf0d3" providerId="ADAL" clId="{B7CC45B9-1D6B-402C-862D-5BE4FF81A98B}" dt="2021-07-14T16:14:03.263" v="4745" actId="14100"/>
          <ac:spMkLst>
            <pc:docMk/>
            <pc:sldMk cId="869069254" sldId="266"/>
            <ac:spMk id="7" creationId="{9117AB41-7092-451C-B5DC-91A7B3AD4BAA}"/>
          </ac:spMkLst>
        </pc:spChg>
        <pc:spChg chg="add mod">
          <ac:chgData name="Guillaume Courtemanche" userId="35de7e6f-368f-4885-a7a3-546b113bf0d3" providerId="ADAL" clId="{B7CC45B9-1D6B-402C-862D-5BE4FF81A98B}" dt="2021-07-14T16:15:04.555" v="4819" actId="20577"/>
          <ac:spMkLst>
            <pc:docMk/>
            <pc:sldMk cId="869069254" sldId="266"/>
            <ac:spMk id="8" creationId="{B4EECC26-0774-478C-A500-BE8B2EB55E35}"/>
          </ac:spMkLst>
        </pc:spChg>
        <pc:picChg chg="add mod">
          <ac:chgData name="Guillaume Courtemanche" userId="35de7e6f-368f-4885-a7a3-546b113bf0d3" providerId="ADAL" clId="{B7CC45B9-1D6B-402C-862D-5BE4FF81A98B}" dt="2021-07-14T16:13:43.975" v="4741" actId="1076"/>
          <ac:picMkLst>
            <pc:docMk/>
            <pc:sldMk cId="869069254" sldId="266"/>
            <ac:picMk id="4" creationId="{24803CA2-50ED-4BBC-8E3A-E4767522E911}"/>
          </ac:picMkLst>
        </pc:picChg>
        <pc:picChg chg="del">
          <ac:chgData name="Guillaume Courtemanche" userId="35de7e6f-368f-4885-a7a3-546b113bf0d3" providerId="ADAL" clId="{B7CC45B9-1D6B-402C-862D-5BE4FF81A98B}" dt="2021-07-13T19:31:11.823" v="1741" actId="478"/>
          <ac:picMkLst>
            <pc:docMk/>
            <pc:sldMk cId="869069254" sldId="266"/>
            <ac:picMk id="5" creationId="{F183F90A-F205-4242-BD78-2DCF789FD001}"/>
          </ac:picMkLst>
        </pc:picChg>
        <pc:picChg chg="del">
          <ac:chgData name="Guillaume Courtemanche" userId="35de7e6f-368f-4885-a7a3-546b113bf0d3" providerId="ADAL" clId="{B7CC45B9-1D6B-402C-862D-5BE4FF81A98B}" dt="2021-07-13T19:31:12.226" v="1742" actId="478"/>
          <ac:picMkLst>
            <pc:docMk/>
            <pc:sldMk cId="869069254" sldId="266"/>
            <ac:picMk id="8" creationId="{713A752D-8744-46C2-9DC4-5B6D558E0AC1}"/>
          </ac:picMkLst>
        </pc:picChg>
        <pc:picChg chg="add mod">
          <ac:chgData name="Guillaume Courtemanche" userId="35de7e6f-368f-4885-a7a3-546b113bf0d3" providerId="ADAL" clId="{B7CC45B9-1D6B-402C-862D-5BE4FF81A98B}" dt="2021-07-13T19:32:13.428" v="1750" actId="1076"/>
          <ac:picMkLst>
            <pc:docMk/>
            <pc:sldMk cId="869069254" sldId="266"/>
            <ac:picMk id="9" creationId="{E0BA5C8C-F559-4F79-A5C1-F34942BBECF3}"/>
          </ac:picMkLst>
        </pc:picChg>
        <pc:cxnChg chg="add mod">
          <ac:chgData name="Guillaume Courtemanche" userId="35de7e6f-368f-4885-a7a3-546b113bf0d3" providerId="ADAL" clId="{B7CC45B9-1D6B-402C-862D-5BE4FF81A98B}" dt="2021-07-14T16:15:04.555" v="4819" actId="20577"/>
          <ac:cxnSpMkLst>
            <pc:docMk/>
            <pc:sldMk cId="869069254" sldId="266"/>
            <ac:cxnSpMk id="10" creationId="{8C3F92EA-C8B3-40A7-AA5E-BD063405C9DC}"/>
          </ac:cxnSpMkLst>
        </pc:cxnChg>
      </pc:sldChg>
      <pc:sldChg chg="modSp new mod">
        <pc:chgData name="Guillaume Courtemanche" userId="35de7e6f-368f-4885-a7a3-546b113bf0d3" providerId="ADAL" clId="{B7CC45B9-1D6B-402C-862D-5BE4FF81A98B}" dt="2021-07-13T19:43:58.583" v="2651" actId="20577"/>
        <pc:sldMkLst>
          <pc:docMk/>
          <pc:sldMk cId="2371390306" sldId="267"/>
        </pc:sldMkLst>
        <pc:spChg chg="mod">
          <ac:chgData name="Guillaume Courtemanche" userId="35de7e6f-368f-4885-a7a3-546b113bf0d3" providerId="ADAL" clId="{B7CC45B9-1D6B-402C-862D-5BE4FF81A98B}" dt="2021-07-13T19:42:59.789" v="2431" actId="20577"/>
          <ac:spMkLst>
            <pc:docMk/>
            <pc:sldMk cId="2371390306" sldId="267"/>
            <ac:spMk id="2" creationId="{4D4AE909-FE06-427A-BD75-618DB0C96986}"/>
          </ac:spMkLst>
        </pc:spChg>
        <pc:spChg chg="mod">
          <ac:chgData name="Guillaume Courtemanche" userId="35de7e6f-368f-4885-a7a3-546b113bf0d3" providerId="ADAL" clId="{B7CC45B9-1D6B-402C-862D-5BE4FF81A98B}" dt="2021-07-13T19:43:58.583" v="2651" actId="20577"/>
          <ac:spMkLst>
            <pc:docMk/>
            <pc:sldMk cId="2371390306" sldId="267"/>
            <ac:spMk id="3" creationId="{83242AD1-4AA0-476C-8486-ABA3A88A9471}"/>
          </ac:spMkLst>
        </pc:spChg>
      </pc:sldChg>
      <pc:sldChg chg="addSp delSp modSp add mod">
        <pc:chgData name="Guillaume Courtemanche" userId="35de7e6f-368f-4885-a7a3-546b113bf0d3" providerId="ADAL" clId="{B7CC45B9-1D6B-402C-862D-5BE4FF81A98B}" dt="2021-07-13T20:04:03.669" v="3035" actId="20577"/>
        <pc:sldMkLst>
          <pc:docMk/>
          <pc:sldMk cId="3208460944" sldId="268"/>
        </pc:sldMkLst>
        <pc:spChg chg="mod">
          <ac:chgData name="Guillaume Courtemanche" userId="35de7e6f-368f-4885-a7a3-546b113bf0d3" providerId="ADAL" clId="{B7CC45B9-1D6B-402C-862D-5BE4FF81A98B}" dt="2021-07-13T20:04:03.669" v="3035" actId="20577"/>
          <ac:spMkLst>
            <pc:docMk/>
            <pc:sldMk cId="3208460944" sldId="268"/>
            <ac:spMk id="2" creationId="{4D4AE909-FE06-427A-BD75-618DB0C96986}"/>
          </ac:spMkLst>
        </pc:spChg>
        <pc:spChg chg="del mod">
          <ac:chgData name="Guillaume Courtemanche" userId="35de7e6f-368f-4885-a7a3-546b113bf0d3" providerId="ADAL" clId="{B7CC45B9-1D6B-402C-862D-5BE4FF81A98B}" dt="2021-07-13T19:36:56" v="2065" actId="478"/>
          <ac:spMkLst>
            <pc:docMk/>
            <pc:sldMk cId="3208460944" sldId="268"/>
            <ac:spMk id="3" creationId="{83242AD1-4AA0-476C-8486-ABA3A88A9471}"/>
          </ac:spMkLst>
        </pc:spChg>
        <pc:spChg chg="add mod">
          <ac:chgData name="Guillaume Courtemanche" userId="35de7e6f-368f-4885-a7a3-546b113bf0d3" providerId="ADAL" clId="{B7CC45B9-1D6B-402C-862D-5BE4FF81A98B}" dt="2021-07-13T19:42:08.454" v="2421" actId="1035"/>
          <ac:spMkLst>
            <pc:docMk/>
            <pc:sldMk cId="3208460944" sldId="268"/>
            <ac:spMk id="6" creationId="{B3EFC3E1-2AE8-4343-8F7F-32691D4DBD9D}"/>
          </ac:spMkLst>
        </pc:spChg>
        <pc:spChg chg="add del mod">
          <ac:chgData name="Guillaume Courtemanche" userId="35de7e6f-368f-4885-a7a3-546b113bf0d3" providerId="ADAL" clId="{B7CC45B9-1D6B-402C-862D-5BE4FF81A98B}" dt="2021-07-13T19:37:32.386" v="2074"/>
          <ac:spMkLst>
            <pc:docMk/>
            <pc:sldMk cId="3208460944" sldId="268"/>
            <ac:spMk id="7" creationId="{5C4A39F4-4366-4772-9346-3552DF6CA56A}"/>
          </ac:spMkLst>
        </pc:spChg>
        <pc:spChg chg="add mod">
          <ac:chgData name="Guillaume Courtemanche" userId="35de7e6f-368f-4885-a7a3-546b113bf0d3" providerId="ADAL" clId="{B7CC45B9-1D6B-402C-862D-5BE4FF81A98B}" dt="2021-07-13T19:42:08.454" v="2421" actId="1035"/>
          <ac:spMkLst>
            <pc:docMk/>
            <pc:sldMk cId="3208460944" sldId="268"/>
            <ac:spMk id="8" creationId="{8991613B-6CAF-4E55-BF6A-3D91A2845E49}"/>
          </ac:spMkLst>
        </pc:spChg>
        <pc:spChg chg="add mod">
          <ac:chgData name="Guillaume Courtemanche" userId="35de7e6f-368f-4885-a7a3-546b113bf0d3" providerId="ADAL" clId="{B7CC45B9-1D6B-402C-862D-5BE4FF81A98B}" dt="2021-07-13T19:42:08.454" v="2421" actId="1035"/>
          <ac:spMkLst>
            <pc:docMk/>
            <pc:sldMk cId="3208460944" sldId="268"/>
            <ac:spMk id="9" creationId="{E115FA14-12BC-43B1-8F37-186B6E760847}"/>
          </ac:spMkLst>
        </pc:spChg>
        <pc:spChg chg="add mod">
          <ac:chgData name="Guillaume Courtemanche" userId="35de7e6f-368f-4885-a7a3-546b113bf0d3" providerId="ADAL" clId="{B7CC45B9-1D6B-402C-862D-5BE4FF81A98B}" dt="2021-07-13T19:42:08.454" v="2421" actId="1035"/>
          <ac:spMkLst>
            <pc:docMk/>
            <pc:sldMk cId="3208460944" sldId="268"/>
            <ac:spMk id="10" creationId="{B7214EB9-00D5-4708-90BD-200CCEBC6688}"/>
          </ac:spMkLst>
        </pc:spChg>
        <pc:spChg chg="add mod">
          <ac:chgData name="Guillaume Courtemanche" userId="35de7e6f-368f-4885-a7a3-546b113bf0d3" providerId="ADAL" clId="{B7CC45B9-1D6B-402C-862D-5BE4FF81A98B}" dt="2021-07-13T19:42:08.454" v="2421" actId="1035"/>
          <ac:spMkLst>
            <pc:docMk/>
            <pc:sldMk cId="3208460944" sldId="268"/>
            <ac:spMk id="11" creationId="{FC7DF145-51D6-4A15-BBDE-D73645A01DAD}"/>
          </ac:spMkLst>
        </pc:spChg>
        <pc:spChg chg="add mod">
          <ac:chgData name="Guillaume Courtemanche" userId="35de7e6f-368f-4885-a7a3-546b113bf0d3" providerId="ADAL" clId="{B7CC45B9-1D6B-402C-862D-5BE4FF81A98B}" dt="2021-07-13T19:42:08.454" v="2421" actId="1035"/>
          <ac:spMkLst>
            <pc:docMk/>
            <pc:sldMk cId="3208460944" sldId="268"/>
            <ac:spMk id="12" creationId="{A8D8636A-5AC5-4910-826E-CDAA22203C6D}"/>
          </ac:spMkLst>
        </pc:spChg>
        <pc:picChg chg="add mod">
          <ac:chgData name="Guillaume Courtemanche" userId="35de7e6f-368f-4885-a7a3-546b113bf0d3" providerId="ADAL" clId="{B7CC45B9-1D6B-402C-862D-5BE4FF81A98B}" dt="2021-07-13T19:42:08.454" v="2421" actId="1035"/>
          <ac:picMkLst>
            <pc:docMk/>
            <pc:sldMk cId="3208460944" sldId="268"/>
            <ac:picMk id="5" creationId="{319DBCEF-B7ED-43E3-A372-AE9998BAEEF9}"/>
          </ac:picMkLst>
        </pc:picChg>
        <pc:cxnChg chg="add mod">
          <ac:chgData name="Guillaume Courtemanche" userId="35de7e6f-368f-4885-a7a3-546b113bf0d3" providerId="ADAL" clId="{B7CC45B9-1D6B-402C-862D-5BE4FF81A98B}" dt="2021-07-13T19:42:08.454" v="2421" actId="1035"/>
          <ac:cxnSpMkLst>
            <pc:docMk/>
            <pc:sldMk cId="3208460944" sldId="268"/>
            <ac:cxnSpMk id="13" creationId="{974E85B1-B444-413E-B00E-1C24A1863B4B}"/>
          </ac:cxnSpMkLst>
        </pc:cxnChg>
        <pc:cxnChg chg="add mod">
          <ac:chgData name="Guillaume Courtemanche" userId="35de7e6f-368f-4885-a7a3-546b113bf0d3" providerId="ADAL" clId="{B7CC45B9-1D6B-402C-862D-5BE4FF81A98B}" dt="2021-07-13T19:42:08.454" v="2421" actId="1035"/>
          <ac:cxnSpMkLst>
            <pc:docMk/>
            <pc:sldMk cId="3208460944" sldId="268"/>
            <ac:cxnSpMk id="17" creationId="{0A486963-AA3C-4773-9385-3A292660B49E}"/>
          </ac:cxnSpMkLst>
        </pc:cxnChg>
        <pc:cxnChg chg="add mod">
          <ac:chgData name="Guillaume Courtemanche" userId="35de7e6f-368f-4885-a7a3-546b113bf0d3" providerId="ADAL" clId="{B7CC45B9-1D6B-402C-862D-5BE4FF81A98B}" dt="2021-07-13T19:42:08.454" v="2421" actId="1035"/>
          <ac:cxnSpMkLst>
            <pc:docMk/>
            <pc:sldMk cId="3208460944" sldId="268"/>
            <ac:cxnSpMk id="20" creationId="{FDCC51B2-85E7-4C41-BE0C-2621BBDBEB20}"/>
          </ac:cxnSpMkLst>
        </pc:cxnChg>
        <pc:cxnChg chg="add mod">
          <ac:chgData name="Guillaume Courtemanche" userId="35de7e6f-368f-4885-a7a3-546b113bf0d3" providerId="ADAL" clId="{B7CC45B9-1D6B-402C-862D-5BE4FF81A98B}" dt="2021-07-13T19:42:08.454" v="2421" actId="1035"/>
          <ac:cxnSpMkLst>
            <pc:docMk/>
            <pc:sldMk cId="3208460944" sldId="268"/>
            <ac:cxnSpMk id="23" creationId="{E220F732-C1F8-4CCC-8B39-F929DE071EF3}"/>
          </ac:cxnSpMkLst>
        </pc:cxnChg>
      </pc:sldChg>
      <pc:sldChg chg="addSp modSp new mod">
        <pc:chgData name="Guillaume Courtemanche" userId="35de7e6f-368f-4885-a7a3-546b113bf0d3" providerId="ADAL" clId="{B7CC45B9-1D6B-402C-862D-5BE4FF81A98B}" dt="2021-07-13T19:46:56.274" v="3013" actId="20577"/>
        <pc:sldMkLst>
          <pc:docMk/>
          <pc:sldMk cId="1309013430" sldId="269"/>
        </pc:sldMkLst>
        <pc:spChg chg="mod">
          <ac:chgData name="Guillaume Courtemanche" userId="35de7e6f-368f-4885-a7a3-546b113bf0d3" providerId="ADAL" clId="{B7CC45B9-1D6B-402C-862D-5BE4FF81A98B}" dt="2021-07-13T19:45:39.697" v="2900" actId="20577"/>
          <ac:spMkLst>
            <pc:docMk/>
            <pc:sldMk cId="1309013430" sldId="269"/>
            <ac:spMk id="2" creationId="{EC1C8C96-6A1A-4A36-AA8D-08D072DA3CA4}"/>
          </ac:spMkLst>
        </pc:spChg>
        <pc:spChg chg="mod">
          <ac:chgData name="Guillaume Courtemanche" userId="35de7e6f-368f-4885-a7a3-546b113bf0d3" providerId="ADAL" clId="{B7CC45B9-1D6B-402C-862D-5BE4FF81A98B}" dt="2021-07-13T19:46:56.274" v="3013" actId="20577"/>
          <ac:spMkLst>
            <pc:docMk/>
            <pc:sldMk cId="1309013430" sldId="269"/>
            <ac:spMk id="3" creationId="{DB1AC8BD-C221-4921-A084-27DDD5136679}"/>
          </ac:spMkLst>
        </pc:spChg>
        <pc:picChg chg="add mod">
          <ac:chgData name="Guillaume Courtemanche" userId="35de7e6f-368f-4885-a7a3-546b113bf0d3" providerId="ADAL" clId="{B7CC45B9-1D6B-402C-862D-5BE4FF81A98B}" dt="2021-07-13T19:46:28.331" v="3007" actId="1076"/>
          <ac:picMkLst>
            <pc:docMk/>
            <pc:sldMk cId="1309013430" sldId="269"/>
            <ac:picMk id="5" creationId="{DA159CF9-DC30-43EA-9C63-772D765BED8B}"/>
          </ac:picMkLst>
        </pc:picChg>
        <pc:picChg chg="add mod">
          <ac:chgData name="Guillaume Courtemanche" userId="35de7e6f-368f-4885-a7a3-546b113bf0d3" providerId="ADAL" clId="{B7CC45B9-1D6B-402C-862D-5BE4FF81A98B}" dt="2021-07-13T19:46:24.249" v="3006" actId="1076"/>
          <ac:picMkLst>
            <pc:docMk/>
            <pc:sldMk cId="1309013430" sldId="269"/>
            <ac:picMk id="7" creationId="{C7F83153-49B7-4E1A-96DF-9CA37DA661D0}"/>
          </ac:picMkLst>
        </pc:picChg>
      </pc:sldChg>
      <pc:sldChg chg="addSp modSp new add del mod ord">
        <pc:chgData name="Guillaume Courtemanche" userId="35de7e6f-368f-4885-a7a3-546b113bf0d3" providerId="ADAL" clId="{B7CC45B9-1D6B-402C-862D-5BE4FF81A98B}" dt="2021-07-13T20:07:53.071" v="3514" actId="20577"/>
        <pc:sldMkLst>
          <pc:docMk/>
          <pc:sldMk cId="1813595948" sldId="270"/>
        </pc:sldMkLst>
        <pc:spChg chg="mod">
          <ac:chgData name="Guillaume Courtemanche" userId="35de7e6f-368f-4885-a7a3-546b113bf0d3" providerId="ADAL" clId="{B7CC45B9-1D6B-402C-862D-5BE4FF81A98B}" dt="2021-07-13T20:05:19.345" v="3067" actId="20577"/>
          <ac:spMkLst>
            <pc:docMk/>
            <pc:sldMk cId="1813595948" sldId="270"/>
            <ac:spMk id="2" creationId="{FA44B7A6-4F3E-4799-8CEB-EB0CC3698B4B}"/>
          </ac:spMkLst>
        </pc:spChg>
        <pc:spChg chg="mod">
          <ac:chgData name="Guillaume Courtemanche" userId="35de7e6f-368f-4885-a7a3-546b113bf0d3" providerId="ADAL" clId="{B7CC45B9-1D6B-402C-862D-5BE4FF81A98B}" dt="2021-07-13T20:07:53.071" v="3514" actId="20577"/>
          <ac:spMkLst>
            <pc:docMk/>
            <pc:sldMk cId="1813595948" sldId="270"/>
            <ac:spMk id="3" creationId="{42326EB7-A60B-4854-896F-D3FF6789E04F}"/>
          </ac:spMkLst>
        </pc:spChg>
        <pc:picChg chg="add mod">
          <ac:chgData name="Guillaume Courtemanche" userId="35de7e6f-368f-4885-a7a3-546b113bf0d3" providerId="ADAL" clId="{B7CC45B9-1D6B-402C-862D-5BE4FF81A98B}" dt="2021-07-13T20:07:40.711" v="3445" actId="1076"/>
          <ac:picMkLst>
            <pc:docMk/>
            <pc:sldMk cId="1813595948" sldId="270"/>
            <ac:picMk id="5" creationId="{4EC0CDBC-4A82-4ADE-B1A3-6D451220C62B}"/>
          </ac:picMkLst>
        </pc:picChg>
      </pc:sldChg>
      <pc:sldChg chg="addSp modSp new mod">
        <pc:chgData name="Guillaume Courtemanche" userId="35de7e6f-368f-4885-a7a3-546b113bf0d3" providerId="ADAL" clId="{B7CC45B9-1D6B-402C-862D-5BE4FF81A98B}" dt="2021-07-13T20:15:55.043" v="3789" actId="1076"/>
        <pc:sldMkLst>
          <pc:docMk/>
          <pc:sldMk cId="778962176" sldId="271"/>
        </pc:sldMkLst>
        <pc:spChg chg="mod">
          <ac:chgData name="Guillaume Courtemanche" userId="35de7e6f-368f-4885-a7a3-546b113bf0d3" providerId="ADAL" clId="{B7CC45B9-1D6B-402C-862D-5BE4FF81A98B}" dt="2021-07-13T20:08:37.581" v="3550" actId="20577"/>
          <ac:spMkLst>
            <pc:docMk/>
            <pc:sldMk cId="778962176" sldId="271"/>
            <ac:spMk id="2" creationId="{D14EDBC8-4058-4429-9624-354733F1C8A6}"/>
          </ac:spMkLst>
        </pc:spChg>
        <pc:spChg chg="mod">
          <ac:chgData name="Guillaume Courtemanche" userId="35de7e6f-368f-4885-a7a3-546b113bf0d3" providerId="ADAL" clId="{B7CC45B9-1D6B-402C-862D-5BE4FF81A98B}" dt="2021-07-13T20:15:26.984" v="3780" actId="20577"/>
          <ac:spMkLst>
            <pc:docMk/>
            <pc:sldMk cId="778962176" sldId="271"/>
            <ac:spMk id="3" creationId="{3670922A-8FE2-4BCE-922E-2EE9396B8DB4}"/>
          </ac:spMkLst>
        </pc:spChg>
        <pc:spChg chg="add mod">
          <ac:chgData name="Guillaume Courtemanche" userId="35de7e6f-368f-4885-a7a3-546b113bf0d3" providerId="ADAL" clId="{B7CC45B9-1D6B-402C-862D-5BE4FF81A98B}" dt="2021-07-13T20:15:54.024" v="3788" actId="1076"/>
          <ac:spMkLst>
            <pc:docMk/>
            <pc:sldMk cId="778962176" sldId="271"/>
            <ac:spMk id="8" creationId="{9C4A330D-DEFD-458E-994B-C1D64C04E867}"/>
          </ac:spMkLst>
        </pc:spChg>
        <pc:picChg chg="add mod">
          <ac:chgData name="Guillaume Courtemanche" userId="35de7e6f-368f-4885-a7a3-546b113bf0d3" providerId="ADAL" clId="{B7CC45B9-1D6B-402C-862D-5BE4FF81A98B}" dt="2021-07-13T20:15:52.547" v="3787" actId="1076"/>
          <ac:picMkLst>
            <pc:docMk/>
            <pc:sldMk cId="778962176" sldId="271"/>
            <ac:picMk id="5" creationId="{5C79D8A6-0982-4065-803B-427465073705}"/>
          </ac:picMkLst>
        </pc:picChg>
        <pc:picChg chg="add mod">
          <ac:chgData name="Guillaume Courtemanche" userId="35de7e6f-368f-4885-a7a3-546b113bf0d3" providerId="ADAL" clId="{B7CC45B9-1D6B-402C-862D-5BE4FF81A98B}" dt="2021-07-13T20:15:55.043" v="3789" actId="1076"/>
          <ac:picMkLst>
            <pc:docMk/>
            <pc:sldMk cId="778962176" sldId="271"/>
            <ac:picMk id="7" creationId="{B1E46223-E4FE-4D78-A814-78BE80923C04}"/>
          </ac:picMkLst>
        </pc:picChg>
      </pc:sldChg>
      <pc:sldChg chg="modSp new mod">
        <pc:chgData name="Guillaume Courtemanche" userId="35de7e6f-368f-4885-a7a3-546b113bf0d3" providerId="ADAL" clId="{B7CC45B9-1D6B-402C-862D-5BE4FF81A98B}" dt="2021-07-14T17:04:30.079" v="5041" actId="20577"/>
        <pc:sldMkLst>
          <pc:docMk/>
          <pc:sldMk cId="3250430955" sldId="272"/>
        </pc:sldMkLst>
        <pc:spChg chg="mod">
          <ac:chgData name="Guillaume Courtemanche" userId="35de7e6f-368f-4885-a7a3-546b113bf0d3" providerId="ADAL" clId="{B7CC45B9-1D6B-402C-862D-5BE4FF81A98B}" dt="2021-07-14T16:15:40.142" v="4835" actId="20577"/>
          <ac:spMkLst>
            <pc:docMk/>
            <pc:sldMk cId="3250430955" sldId="272"/>
            <ac:spMk id="2" creationId="{EFA4174B-823D-4EA4-A00F-52B2584F2282}"/>
          </ac:spMkLst>
        </pc:spChg>
        <pc:spChg chg="mod">
          <ac:chgData name="Guillaume Courtemanche" userId="35de7e6f-368f-4885-a7a3-546b113bf0d3" providerId="ADAL" clId="{B7CC45B9-1D6B-402C-862D-5BE4FF81A98B}" dt="2021-07-14T17:04:30.079" v="5041" actId="20577"/>
          <ac:spMkLst>
            <pc:docMk/>
            <pc:sldMk cId="3250430955" sldId="272"/>
            <ac:spMk id="3" creationId="{DEE22B32-7CE0-445F-937A-C9AC9A75631D}"/>
          </ac:spMkLst>
        </pc:spChg>
      </pc:sldChg>
      <pc:sldChg chg="modSp add mod">
        <pc:chgData name="Guillaume Courtemanche" userId="35de7e6f-368f-4885-a7a3-546b113bf0d3" providerId="ADAL" clId="{B7CC45B9-1D6B-402C-862D-5BE4FF81A98B}" dt="2021-07-14T16:04:07.199" v="4193" actId="1076"/>
        <pc:sldMkLst>
          <pc:docMk/>
          <pc:sldMk cId="2466030381" sldId="273"/>
        </pc:sldMkLst>
        <pc:spChg chg="mod">
          <ac:chgData name="Guillaume Courtemanche" userId="35de7e6f-368f-4885-a7a3-546b113bf0d3" providerId="ADAL" clId="{B7CC45B9-1D6B-402C-862D-5BE4FF81A98B}" dt="2021-07-14T16:03:34.327" v="4142" actId="20577"/>
          <ac:spMkLst>
            <pc:docMk/>
            <pc:sldMk cId="2466030381" sldId="273"/>
            <ac:spMk id="2" creationId="{FA44B7A6-4F3E-4799-8CEB-EB0CC3698B4B}"/>
          </ac:spMkLst>
        </pc:spChg>
        <pc:spChg chg="mod">
          <ac:chgData name="Guillaume Courtemanche" userId="35de7e6f-368f-4885-a7a3-546b113bf0d3" providerId="ADAL" clId="{B7CC45B9-1D6B-402C-862D-5BE4FF81A98B}" dt="2021-07-14T16:04:00.460" v="4192" actId="20577"/>
          <ac:spMkLst>
            <pc:docMk/>
            <pc:sldMk cId="2466030381" sldId="273"/>
            <ac:spMk id="3" creationId="{42326EB7-A60B-4854-896F-D3FF6789E04F}"/>
          </ac:spMkLst>
        </pc:spChg>
        <pc:picChg chg="mod">
          <ac:chgData name="Guillaume Courtemanche" userId="35de7e6f-368f-4885-a7a3-546b113bf0d3" providerId="ADAL" clId="{B7CC45B9-1D6B-402C-862D-5BE4FF81A98B}" dt="2021-07-14T16:04:07.199" v="4193" actId="1076"/>
          <ac:picMkLst>
            <pc:docMk/>
            <pc:sldMk cId="2466030381" sldId="273"/>
            <ac:picMk id="5" creationId="{4EC0CDBC-4A82-4ADE-B1A3-6D451220C62B}"/>
          </ac:picMkLst>
        </pc:picChg>
      </pc:sldChg>
      <pc:sldChg chg="addSp delSp modSp add mod">
        <pc:chgData name="Guillaume Courtemanche" userId="35de7e6f-368f-4885-a7a3-546b113bf0d3" providerId="ADAL" clId="{B7CC45B9-1D6B-402C-862D-5BE4FF81A98B}" dt="2021-07-14T16:11:52.023" v="4736" actId="1076"/>
        <pc:sldMkLst>
          <pc:docMk/>
          <pc:sldMk cId="155508589" sldId="274"/>
        </pc:sldMkLst>
        <pc:spChg chg="mod">
          <ac:chgData name="Guillaume Courtemanche" userId="35de7e6f-368f-4885-a7a3-546b113bf0d3" providerId="ADAL" clId="{B7CC45B9-1D6B-402C-862D-5BE4FF81A98B}" dt="2021-07-14T16:04:18.721" v="4218" actId="20577"/>
          <ac:spMkLst>
            <pc:docMk/>
            <pc:sldMk cId="155508589" sldId="274"/>
            <ac:spMk id="2" creationId="{FA44B7A6-4F3E-4799-8CEB-EB0CC3698B4B}"/>
          </ac:spMkLst>
        </pc:spChg>
        <pc:spChg chg="mod">
          <ac:chgData name="Guillaume Courtemanche" userId="35de7e6f-368f-4885-a7a3-546b113bf0d3" providerId="ADAL" clId="{B7CC45B9-1D6B-402C-862D-5BE4FF81A98B}" dt="2021-07-14T16:09:07.110" v="4734" actId="20577"/>
          <ac:spMkLst>
            <pc:docMk/>
            <pc:sldMk cId="155508589" sldId="274"/>
            <ac:spMk id="3" creationId="{42326EB7-A60B-4854-896F-D3FF6789E04F}"/>
          </ac:spMkLst>
        </pc:spChg>
        <pc:picChg chg="del">
          <ac:chgData name="Guillaume Courtemanche" userId="35de7e6f-368f-4885-a7a3-546b113bf0d3" providerId="ADAL" clId="{B7CC45B9-1D6B-402C-862D-5BE4FF81A98B}" dt="2021-07-14T16:04:40.002" v="4290" actId="478"/>
          <ac:picMkLst>
            <pc:docMk/>
            <pc:sldMk cId="155508589" sldId="274"/>
            <ac:picMk id="5" creationId="{4EC0CDBC-4A82-4ADE-B1A3-6D451220C62B}"/>
          </ac:picMkLst>
        </pc:picChg>
        <pc:picChg chg="add mod">
          <ac:chgData name="Guillaume Courtemanche" userId="35de7e6f-368f-4885-a7a3-546b113bf0d3" providerId="ADAL" clId="{B7CC45B9-1D6B-402C-862D-5BE4FF81A98B}" dt="2021-07-14T16:07:56.816" v="4514" actId="1076"/>
          <ac:picMkLst>
            <pc:docMk/>
            <pc:sldMk cId="155508589" sldId="274"/>
            <ac:picMk id="6" creationId="{263D972F-E800-4AC9-971C-95821D653899}"/>
          </ac:picMkLst>
        </pc:picChg>
        <pc:picChg chg="add mod">
          <ac:chgData name="Guillaume Courtemanche" userId="35de7e6f-368f-4885-a7a3-546b113bf0d3" providerId="ADAL" clId="{B7CC45B9-1D6B-402C-862D-5BE4FF81A98B}" dt="2021-07-14T16:11:52.023" v="4736" actId="1076"/>
          <ac:picMkLst>
            <pc:docMk/>
            <pc:sldMk cId="155508589" sldId="274"/>
            <ac:picMk id="8" creationId="{96450619-E02E-4AFC-8EFF-ADD1BBFA73EE}"/>
          </ac:picMkLst>
        </pc:picChg>
      </pc:sldChg>
      <pc:sldChg chg="addSp delSp modSp add mod">
        <pc:chgData name="Guillaume Courtemanche" userId="35de7e6f-368f-4885-a7a3-546b113bf0d3" providerId="ADAL" clId="{B7CC45B9-1D6B-402C-862D-5BE4FF81A98B}" dt="2021-07-14T17:09:50.210" v="5236" actId="14100"/>
        <pc:sldMkLst>
          <pc:docMk/>
          <pc:sldMk cId="2723771764" sldId="275"/>
        </pc:sldMkLst>
        <pc:spChg chg="del mod">
          <ac:chgData name="Guillaume Courtemanche" userId="35de7e6f-368f-4885-a7a3-546b113bf0d3" providerId="ADAL" clId="{B7CC45B9-1D6B-402C-862D-5BE4FF81A98B}" dt="2021-07-14T17:04:42.359" v="5044" actId="478"/>
          <ac:spMkLst>
            <pc:docMk/>
            <pc:sldMk cId="2723771764" sldId="275"/>
            <ac:spMk id="3" creationId="{DEE22B32-7CE0-445F-937A-C9AC9A75631D}"/>
          </ac:spMkLst>
        </pc:spChg>
        <pc:spChg chg="add mod">
          <ac:chgData name="Guillaume Courtemanche" userId="35de7e6f-368f-4885-a7a3-546b113bf0d3" providerId="ADAL" clId="{B7CC45B9-1D6B-402C-862D-5BE4FF81A98B}" dt="2021-07-14T17:09:41.131" v="5233" actId="1076"/>
          <ac:spMkLst>
            <pc:docMk/>
            <pc:sldMk cId="2723771764" sldId="275"/>
            <ac:spMk id="8" creationId="{3E16E46A-4E5A-4053-87DA-45813A6E5BB2}"/>
          </ac:spMkLst>
        </pc:spChg>
        <pc:spChg chg="add mod">
          <ac:chgData name="Guillaume Courtemanche" userId="35de7e6f-368f-4885-a7a3-546b113bf0d3" providerId="ADAL" clId="{B7CC45B9-1D6B-402C-862D-5BE4FF81A98B}" dt="2021-07-14T17:08:20.534" v="5184" actId="1076"/>
          <ac:spMkLst>
            <pc:docMk/>
            <pc:sldMk cId="2723771764" sldId="275"/>
            <ac:spMk id="9" creationId="{CA5F53C9-EE68-44AA-99EA-FA33991772C8}"/>
          </ac:spMkLst>
        </pc:spChg>
        <pc:spChg chg="add mod">
          <ac:chgData name="Guillaume Courtemanche" userId="35de7e6f-368f-4885-a7a3-546b113bf0d3" providerId="ADAL" clId="{B7CC45B9-1D6B-402C-862D-5BE4FF81A98B}" dt="2021-07-14T17:07:21.498" v="5175" actId="14100"/>
          <ac:spMkLst>
            <pc:docMk/>
            <pc:sldMk cId="2723771764" sldId="275"/>
            <ac:spMk id="16" creationId="{78A406B0-1B55-4B8F-AB63-4FF7A2E6243E}"/>
          </ac:spMkLst>
        </pc:spChg>
        <pc:spChg chg="add mod">
          <ac:chgData name="Guillaume Courtemanche" userId="35de7e6f-368f-4885-a7a3-546b113bf0d3" providerId="ADAL" clId="{B7CC45B9-1D6B-402C-862D-5BE4FF81A98B}" dt="2021-07-14T17:09:41.131" v="5233" actId="1076"/>
          <ac:spMkLst>
            <pc:docMk/>
            <pc:sldMk cId="2723771764" sldId="275"/>
            <ac:spMk id="19" creationId="{B0E8B894-CC0E-426E-8194-95E3E4E0E846}"/>
          </ac:spMkLst>
        </pc:spChg>
        <pc:spChg chg="add mod">
          <ac:chgData name="Guillaume Courtemanche" userId="35de7e6f-368f-4885-a7a3-546b113bf0d3" providerId="ADAL" clId="{B7CC45B9-1D6B-402C-862D-5BE4FF81A98B}" dt="2021-07-14T17:09:43.778" v="5234" actId="1076"/>
          <ac:spMkLst>
            <pc:docMk/>
            <pc:sldMk cId="2723771764" sldId="275"/>
            <ac:spMk id="24" creationId="{2C1069EA-16EC-4022-8362-1E2555D381C9}"/>
          </ac:spMkLst>
        </pc:spChg>
        <pc:picChg chg="add mod">
          <ac:chgData name="Guillaume Courtemanche" userId="35de7e6f-368f-4885-a7a3-546b113bf0d3" providerId="ADAL" clId="{B7CC45B9-1D6B-402C-862D-5BE4FF81A98B}" dt="2021-07-14T17:09:41.131" v="5233" actId="1076"/>
          <ac:picMkLst>
            <pc:docMk/>
            <pc:sldMk cId="2723771764" sldId="275"/>
            <ac:picMk id="5" creationId="{BD77480D-6C92-4BB2-984A-6D26D3475933}"/>
          </ac:picMkLst>
        </pc:picChg>
        <pc:picChg chg="add mod">
          <ac:chgData name="Guillaume Courtemanche" userId="35de7e6f-368f-4885-a7a3-546b113bf0d3" providerId="ADAL" clId="{B7CC45B9-1D6B-402C-862D-5BE4FF81A98B}" dt="2021-07-14T17:05:16.736" v="5048" actId="1076"/>
          <ac:picMkLst>
            <pc:docMk/>
            <pc:sldMk cId="2723771764" sldId="275"/>
            <ac:picMk id="7" creationId="{C4D9B1AD-D7AA-4B63-A7FD-C51AA24DF1F4}"/>
          </ac:picMkLst>
        </pc:picChg>
        <pc:cxnChg chg="add mod">
          <ac:chgData name="Guillaume Courtemanche" userId="35de7e6f-368f-4885-a7a3-546b113bf0d3" providerId="ADAL" clId="{B7CC45B9-1D6B-402C-862D-5BE4FF81A98B}" dt="2021-07-14T17:09:41.131" v="5233" actId="1076"/>
          <ac:cxnSpMkLst>
            <pc:docMk/>
            <pc:sldMk cId="2723771764" sldId="275"/>
            <ac:cxnSpMk id="10" creationId="{A4FE40FE-A229-4BA5-8EB1-B3515B4C517B}"/>
          </ac:cxnSpMkLst>
        </pc:cxnChg>
        <pc:cxnChg chg="add mod">
          <ac:chgData name="Guillaume Courtemanche" userId="35de7e6f-368f-4885-a7a3-546b113bf0d3" providerId="ADAL" clId="{B7CC45B9-1D6B-402C-862D-5BE4FF81A98B}" dt="2021-07-14T17:08:20.534" v="5184" actId="1076"/>
          <ac:cxnSpMkLst>
            <pc:docMk/>
            <pc:sldMk cId="2723771764" sldId="275"/>
            <ac:cxnSpMk id="15" creationId="{3A084233-729F-47A6-9894-F107412A3B1F}"/>
          </ac:cxnSpMkLst>
        </pc:cxnChg>
        <pc:cxnChg chg="add mod">
          <ac:chgData name="Guillaume Courtemanche" userId="35de7e6f-368f-4885-a7a3-546b113bf0d3" providerId="ADAL" clId="{B7CC45B9-1D6B-402C-862D-5BE4FF81A98B}" dt="2021-07-14T17:09:50.210" v="5236" actId="14100"/>
          <ac:cxnSpMkLst>
            <pc:docMk/>
            <pc:sldMk cId="2723771764" sldId="275"/>
            <ac:cxnSpMk id="25" creationId="{2335D4DA-9C11-4265-99E6-5C2C01C4D34E}"/>
          </ac:cxnSpMkLst>
        </pc:cxnChg>
      </pc:sldChg>
      <pc:sldChg chg="new del">
        <pc:chgData name="Guillaume Courtemanche" userId="35de7e6f-368f-4885-a7a3-546b113bf0d3" providerId="ADAL" clId="{B7CC45B9-1D6B-402C-862D-5BE4FF81A98B}" dt="2021-07-14T18:20:07.981" v="5238" actId="47"/>
        <pc:sldMkLst>
          <pc:docMk/>
          <pc:sldMk cId="1004201359" sldId="276"/>
        </pc:sldMkLst>
      </pc:sldChg>
      <pc:sldChg chg="modSp new mod">
        <pc:chgData name="Guillaume Courtemanche" userId="35de7e6f-368f-4885-a7a3-546b113bf0d3" providerId="ADAL" clId="{B7CC45B9-1D6B-402C-862D-5BE4FF81A98B}" dt="2021-07-14T18:24:41.825" v="5663" actId="20577"/>
        <pc:sldMkLst>
          <pc:docMk/>
          <pc:sldMk cId="2537053906" sldId="276"/>
        </pc:sldMkLst>
        <pc:spChg chg="mod">
          <ac:chgData name="Guillaume Courtemanche" userId="35de7e6f-368f-4885-a7a3-546b113bf0d3" providerId="ADAL" clId="{B7CC45B9-1D6B-402C-862D-5BE4FF81A98B}" dt="2021-07-14T18:20:15.482" v="5250" actId="20577"/>
          <ac:spMkLst>
            <pc:docMk/>
            <pc:sldMk cId="2537053906" sldId="276"/>
            <ac:spMk id="2" creationId="{A7A9F50F-1157-41E0-88A2-0E0A7BDF2EAF}"/>
          </ac:spMkLst>
        </pc:spChg>
        <pc:spChg chg="mod">
          <ac:chgData name="Guillaume Courtemanche" userId="35de7e6f-368f-4885-a7a3-546b113bf0d3" providerId="ADAL" clId="{B7CC45B9-1D6B-402C-862D-5BE4FF81A98B}" dt="2021-07-14T18:24:41.825" v="5663" actId="20577"/>
          <ac:spMkLst>
            <pc:docMk/>
            <pc:sldMk cId="2537053906" sldId="276"/>
            <ac:spMk id="3" creationId="{61EEF2CC-E41B-42D1-AB3B-DA63E2D0CA54}"/>
          </ac:spMkLst>
        </pc:spChg>
      </pc:sldChg>
      <pc:sldChg chg="addSp delSp modSp add mod">
        <pc:chgData name="Guillaume Courtemanche" userId="35de7e6f-368f-4885-a7a3-546b113bf0d3" providerId="ADAL" clId="{B7CC45B9-1D6B-402C-862D-5BE4FF81A98B}" dt="2021-07-14T18:31:35.488" v="5693" actId="14100"/>
        <pc:sldMkLst>
          <pc:docMk/>
          <pc:sldMk cId="2694183028" sldId="277"/>
        </pc:sldMkLst>
        <pc:spChg chg="del">
          <ac:chgData name="Guillaume Courtemanche" userId="35de7e6f-368f-4885-a7a3-546b113bf0d3" providerId="ADAL" clId="{B7CC45B9-1D6B-402C-862D-5BE4FF81A98B}" dt="2021-07-14T18:29:36.917" v="5665" actId="478"/>
          <ac:spMkLst>
            <pc:docMk/>
            <pc:sldMk cId="2694183028" sldId="277"/>
            <ac:spMk id="3" creationId="{61EEF2CC-E41B-42D1-AB3B-DA63E2D0CA54}"/>
          </ac:spMkLst>
        </pc:spChg>
        <pc:spChg chg="add del mod">
          <ac:chgData name="Guillaume Courtemanche" userId="35de7e6f-368f-4885-a7a3-546b113bf0d3" providerId="ADAL" clId="{B7CC45B9-1D6B-402C-862D-5BE4FF81A98B}" dt="2021-07-14T18:29:38.527" v="5666" actId="478"/>
          <ac:spMkLst>
            <pc:docMk/>
            <pc:sldMk cId="2694183028" sldId="277"/>
            <ac:spMk id="5" creationId="{F4FB7979-8C63-4C01-8A5B-77A297B4C132}"/>
          </ac:spMkLst>
        </pc:spChg>
        <pc:picChg chg="add mod">
          <ac:chgData name="Guillaume Courtemanche" userId="35de7e6f-368f-4885-a7a3-546b113bf0d3" providerId="ADAL" clId="{B7CC45B9-1D6B-402C-862D-5BE4FF81A98B}" dt="2021-07-14T18:30:04.508" v="5673" actId="1076"/>
          <ac:picMkLst>
            <pc:docMk/>
            <pc:sldMk cId="2694183028" sldId="277"/>
            <ac:picMk id="7" creationId="{A80D0146-55B7-4FC5-A602-4504AAD5A8F2}"/>
          </ac:picMkLst>
        </pc:picChg>
        <pc:picChg chg="add mod">
          <ac:chgData name="Guillaume Courtemanche" userId="35de7e6f-368f-4885-a7a3-546b113bf0d3" providerId="ADAL" clId="{B7CC45B9-1D6B-402C-862D-5BE4FF81A98B}" dt="2021-07-14T18:30:02.492" v="5672" actId="1076"/>
          <ac:picMkLst>
            <pc:docMk/>
            <pc:sldMk cId="2694183028" sldId="277"/>
            <ac:picMk id="9" creationId="{1E00C263-0F3D-4F39-BF23-33D455659CE4}"/>
          </ac:picMkLst>
        </pc:picChg>
        <pc:picChg chg="add mod">
          <ac:chgData name="Guillaume Courtemanche" userId="35de7e6f-368f-4885-a7a3-546b113bf0d3" providerId="ADAL" clId="{B7CC45B9-1D6B-402C-862D-5BE4FF81A98B}" dt="2021-07-14T18:30:39.425" v="5685" actId="1076"/>
          <ac:picMkLst>
            <pc:docMk/>
            <pc:sldMk cId="2694183028" sldId="277"/>
            <ac:picMk id="11" creationId="{6CF4F600-60E4-445A-AA59-34F6FFC5EF58}"/>
          </ac:picMkLst>
        </pc:picChg>
        <pc:cxnChg chg="add mod">
          <ac:chgData name="Guillaume Courtemanche" userId="35de7e6f-368f-4885-a7a3-546b113bf0d3" providerId="ADAL" clId="{B7CC45B9-1D6B-402C-862D-5BE4FF81A98B}" dt="2021-07-14T18:31:25.630" v="5690" actId="692"/>
          <ac:cxnSpMkLst>
            <pc:docMk/>
            <pc:sldMk cId="2694183028" sldId="277"/>
            <ac:cxnSpMk id="12" creationId="{8DC12AFA-48EF-488B-9137-E11FB0B71ABB}"/>
          </ac:cxnSpMkLst>
        </pc:cxnChg>
        <pc:cxnChg chg="add del mod">
          <ac:chgData name="Guillaume Courtemanche" userId="35de7e6f-368f-4885-a7a3-546b113bf0d3" providerId="ADAL" clId="{B7CC45B9-1D6B-402C-862D-5BE4FF81A98B}" dt="2021-07-14T18:31:01.227" v="5687" actId="478"/>
          <ac:cxnSpMkLst>
            <pc:docMk/>
            <pc:sldMk cId="2694183028" sldId="277"/>
            <ac:cxnSpMk id="17" creationId="{FBBA29AD-671F-4945-902B-E375A2037F39}"/>
          </ac:cxnSpMkLst>
        </pc:cxnChg>
        <pc:cxnChg chg="add mod">
          <ac:chgData name="Guillaume Courtemanche" userId="35de7e6f-368f-4885-a7a3-546b113bf0d3" providerId="ADAL" clId="{B7CC45B9-1D6B-402C-862D-5BE4FF81A98B}" dt="2021-07-14T18:31:35.488" v="5693" actId="14100"/>
          <ac:cxnSpMkLst>
            <pc:docMk/>
            <pc:sldMk cId="2694183028" sldId="277"/>
            <ac:cxnSpMk id="21" creationId="{D832EE18-9606-49D1-BE24-4E92F7812DB4}"/>
          </ac:cxnSpMkLst>
        </pc:cxnChg>
      </pc:sldChg>
      <pc:sldChg chg="addSp delSp modSp add mod">
        <pc:chgData name="Guillaume Courtemanche" userId="35de7e6f-368f-4885-a7a3-546b113bf0d3" providerId="ADAL" clId="{B7CC45B9-1D6B-402C-862D-5BE4FF81A98B}" dt="2021-07-14T18:32:53.614" v="5702" actId="1076"/>
        <pc:sldMkLst>
          <pc:docMk/>
          <pc:sldMk cId="2579672851" sldId="278"/>
        </pc:sldMkLst>
        <pc:spChg chg="add mod">
          <ac:chgData name="Guillaume Courtemanche" userId="35de7e6f-368f-4885-a7a3-546b113bf0d3" providerId="ADAL" clId="{B7CC45B9-1D6B-402C-862D-5BE4FF81A98B}" dt="2021-07-14T18:32:49.320" v="5701" actId="1076"/>
          <ac:spMkLst>
            <pc:docMk/>
            <pc:sldMk cId="2579672851" sldId="278"/>
            <ac:spMk id="13" creationId="{E282C860-5769-440F-AEAE-976F78302FDF}"/>
          </ac:spMkLst>
        </pc:spChg>
        <pc:picChg chg="add mod">
          <ac:chgData name="Guillaume Courtemanche" userId="35de7e6f-368f-4885-a7a3-546b113bf0d3" providerId="ADAL" clId="{B7CC45B9-1D6B-402C-862D-5BE4FF81A98B}" dt="2021-07-14T18:32:00.368" v="5697" actId="1076"/>
          <ac:picMkLst>
            <pc:docMk/>
            <pc:sldMk cId="2579672851" sldId="278"/>
            <ac:picMk id="4" creationId="{1E65001C-C13B-4A53-966B-C3C620B873EB}"/>
          </ac:picMkLst>
        </pc:picChg>
        <pc:picChg chg="add mod">
          <ac:chgData name="Guillaume Courtemanche" userId="35de7e6f-368f-4885-a7a3-546b113bf0d3" providerId="ADAL" clId="{B7CC45B9-1D6B-402C-862D-5BE4FF81A98B}" dt="2021-07-14T18:32:53.614" v="5702" actId="1076"/>
          <ac:picMkLst>
            <pc:docMk/>
            <pc:sldMk cId="2579672851" sldId="278"/>
            <ac:picMk id="6" creationId="{2FA60BB4-06AF-4CF3-BABC-152970A3947A}"/>
          </ac:picMkLst>
        </pc:picChg>
        <pc:picChg chg="del">
          <ac:chgData name="Guillaume Courtemanche" userId="35de7e6f-368f-4885-a7a3-546b113bf0d3" providerId="ADAL" clId="{B7CC45B9-1D6B-402C-862D-5BE4FF81A98B}" dt="2021-07-14T18:31:48.610" v="5695" actId="478"/>
          <ac:picMkLst>
            <pc:docMk/>
            <pc:sldMk cId="2579672851" sldId="278"/>
            <ac:picMk id="7" creationId="{A80D0146-55B7-4FC5-A602-4504AAD5A8F2}"/>
          </ac:picMkLst>
        </pc:picChg>
        <pc:picChg chg="del">
          <ac:chgData name="Guillaume Courtemanche" userId="35de7e6f-368f-4885-a7a3-546b113bf0d3" providerId="ADAL" clId="{B7CC45B9-1D6B-402C-862D-5BE4FF81A98B}" dt="2021-07-14T18:31:48.610" v="5695" actId="478"/>
          <ac:picMkLst>
            <pc:docMk/>
            <pc:sldMk cId="2579672851" sldId="278"/>
            <ac:picMk id="9" creationId="{1E00C263-0F3D-4F39-BF23-33D455659CE4}"/>
          </ac:picMkLst>
        </pc:picChg>
        <pc:picChg chg="del">
          <ac:chgData name="Guillaume Courtemanche" userId="35de7e6f-368f-4885-a7a3-546b113bf0d3" providerId="ADAL" clId="{B7CC45B9-1D6B-402C-862D-5BE4FF81A98B}" dt="2021-07-14T18:31:48.610" v="5695" actId="478"/>
          <ac:picMkLst>
            <pc:docMk/>
            <pc:sldMk cId="2579672851" sldId="278"/>
            <ac:picMk id="11" creationId="{6CF4F600-60E4-445A-AA59-34F6FFC5EF58}"/>
          </ac:picMkLst>
        </pc:picChg>
        <pc:cxnChg chg="del mod">
          <ac:chgData name="Guillaume Courtemanche" userId="35de7e6f-368f-4885-a7a3-546b113bf0d3" providerId="ADAL" clId="{B7CC45B9-1D6B-402C-862D-5BE4FF81A98B}" dt="2021-07-14T18:31:48.610" v="5695" actId="478"/>
          <ac:cxnSpMkLst>
            <pc:docMk/>
            <pc:sldMk cId="2579672851" sldId="278"/>
            <ac:cxnSpMk id="12" creationId="{8DC12AFA-48EF-488B-9137-E11FB0B71ABB}"/>
          </ac:cxnSpMkLst>
        </pc:cxnChg>
        <pc:cxnChg chg="del mod">
          <ac:chgData name="Guillaume Courtemanche" userId="35de7e6f-368f-4885-a7a3-546b113bf0d3" providerId="ADAL" clId="{B7CC45B9-1D6B-402C-862D-5BE4FF81A98B}" dt="2021-07-14T18:31:48.610" v="5695" actId="478"/>
          <ac:cxnSpMkLst>
            <pc:docMk/>
            <pc:sldMk cId="2579672851" sldId="278"/>
            <ac:cxnSpMk id="21" creationId="{D832EE18-9606-49D1-BE24-4E92F7812DB4}"/>
          </ac:cxnSpMkLst>
        </pc:cxnChg>
      </pc:sldChg>
      <pc:sldChg chg="addSp delSp modSp new mod">
        <pc:chgData name="Guillaume Courtemanche" userId="35de7e6f-368f-4885-a7a3-546b113bf0d3" providerId="ADAL" clId="{B7CC45B9-1D6B-402C-862D-5BE4FF81A98B}" dt="2021-07-14T18:44:17.896" v="5784" actId="1076"/>
        <pc:sldMkLst>
          <pc:docMk/>
          <pc:sldMk cId="661592166" sldId="279"/>
        </pc:sldMkLst>
        <pc:spChg chg="mod">
          <ac:chgData name="Guillaume Courtemanche" userId="35de7e6f-368f-4885-a7a3-546b113bf0d3" providerId="ADAL" clId="{B7CC45B9-1D6B-402C-862D-5BE4FF81A98B}" dt="2021-07-14T18:43:46.516" v="5778"/>
          <ac:spMkLst>
            <pc:docMk/>
            <pc:sldMk cId="661592166" sldId="279"/>
            <ac:spMk id="2" creationId="{E391885A-C6FF-461A-A51A-7D3DA2A9D83F}"/>
          </ac:spMkLst>
        </pc:spChg>
        <pc:spChg chg="del">
          <ac:chgData name="Guillaume Courtemanche" userId="35de7e6f-368f-4885-a7a3-546b113bf0d3" providerId="ADAL" clId="{B7CC45B9-1D6B-402C-862D-5BE4FF81A98B}" dt="2021-07-14T18:40:41.592" v="5728" actId="478"/>
          <ac:spMkLst>
            <pc:docMk/>
            <pc:sldMk cId="661592166" sldId="279"/>
            <ac:spMk id="3" creationId="{EAB06FF2-6659-4EBD-AD3D-998B98C34847}"/>
          </ac:spMkLst>
        </pc:spChg>
        <pc:spChg chg="add del">
          <ac:chgData name="Guillaume Courtemanche" userId="35de7e6f-368f-4885-a7a3-546b113bf0d3" providerId="ADAL" clId="{B7CC45B9-1D6B-402C-862D-5BE4FF81A98B}" dt="2021-07-14T18:43:45.693" v="5777" actId="22"/>
          <ac:spMkLst>
            <pc:docMk/>
            <pc:sldMk cId="661592166" sldId="279"/>
            <ac:spMk id="5" creationId="{AE883B91-C863-4F11-9D17-C1E54093D94C}"/>
          </ac:spMkLst>
        </pc:spChg>
        <pc:spChg chg="add mod">
          <ac:chgData name="Guillaume Courtemanche" userId="35de7e6f-368f-4885-a7a3-546b113bf0d3" providerId="ADAL" clId="{B7CC45B9-1D6B-402C-862D-5BE4FF81A98B}" dt="2021-07-14T18:44:17.896" v="5784" actId="1076"/>
          <ac:spMkLst>
            <pc:docMk/>
            <pc:sldMk cId="661592166" sldId="279"/>
            <ac:spMk id="10" creationId="{98FD2301-57D0-4E2E-BCCD-2745165980A3}"/>
          </ac:spMkLst>
        </pc:spChg>
        <pc:picChg chg="add mod">
          <ac:chgData name="Guillaume Courtemanche" userId="35de7e6f-368f-4885-a7a3-546b113bf0d3" providerId="ADAL" clId="{B7CC45B9-1D6B-402C-862D-5BE4FF81A98B}" dt="2021-07-14T18:43:59.644" v="5780" actId="1076"/>
          <ac:picMkLst>
            <pc:docMk/>
            <pc:sldMk cId="661592166" sldId="279"/>
            <ac:picMk id="7" creationId="{5B1FBC76-8F3F-41C4-BB31-784BFA7D42B3}"/>
          </ac:picMkLst>
        </pc:picChg>
        <pc:picChg chg="add mod">
          <ac:chgData name="Guillaume Courtemanche" userId="35de7e6f-368f-4885-a7a3-546b113bf0d3" providerId="ADAL" clId="{B7CC45B9-1D6B-402C-862D-5BE4FF81A98B}" dt="2021-07-14T18:44:13.210" v="5782" actId="1076"/>
          <ac:picMkLst>
            <pc:docMk/>
            <pc:sldMk cId="661592166" sldId="279"/>
            <ac:picMk id="9" creationId="{1989A7B9-FFA1-40F5-A1E1-0BDFCBA4DBED}"/>
          </ac:picMkLst>
        </pc:picChg>
      </pc:sldChg>
      <pc:sldChg chg="addSp delSp modSp add mod ord">
        <pc:chgData name="Guillaume Courtemanche" userId="35de7e6f-368f-4885-a7a3-546b113bf0d3" providerId="ADAL" clId="{B7CC45B9-1D6B-402C-862D-5BE4FF81A98B}" dt="2021-07-14T18:43:20.506" v="5775" actId="14100"/>
        <pc:sldMkLst>
          <pc:docMk/>
          <pc:sldMk cId="2802023093" sldId="280"/>
        </pc:sldMkLst>
        <pc:spChg chg="mod">
          <ac:chgData name="Guillaume Courtemanche" userId="35de7e6f-368f-4885-a7a3-546b113bf0d3" providerId="ADAL" clId="{B7CC45B9-1D6B-402C-862D-5BE4FF81A98B}" dt="2021-07-14T18:40:51.147" v="5733"/>
          <ac:spMkLst>
            <pc:docMk/>
            <pc:sldMk cId="2802023093" sldId="280"/>
            <ac:spMk id="2" creationId="{A7A9F50F-1157-41E0-88A2-0E0A7BDF2EAF}"/>
          </ac:spMkLst>
        </pc:spChg>
        <pc:picChg chg="mod">
          <ac:chgData name="Guillaume Courtemanche" userId="35de7e6f-368f-4885-a7a3-546b113bf0d3" providerId="ADAL" clId="{B7CC45B9-1D6B-402C-862D-5BE4FF81A98B}" dt="2021-07-14T18:42:34.903" v="5758" actId="1076"/>
          <ac:picMkLst>
            <pc:docMk/>
            <pc:sldMk cId="2802023093" sldId="280"/>
            <ac:picMk id="7" creationId="{A80D0146-55B7-4FC5-A602-4504AAD5A8F2}"/>
          </ac:picMkLst>
        </pc:picChg>
        <pc:picChg chg="add mod">
          <ac:chgData name="Guillaume Courtemanche" userId="35de7e6f-368f-4885-a7a3-546b113bf0d3" providerId="ADAL" clId="{B7CC45B9-1D6B-402C-862D-5BE4FF81A98B}" dt="2021-07-14T18:43:09.108" v="5769" actId="1076"/>
          <ac:picMkLst>
            <pc:docMk/>
            <pc:sldMk cId="2802023093" sldId="280"/>
            <ac:picMk id="8" creationId="{D9CE55CF-8F02-4FA5-9BAE-36DE7BB6F449}"/>
          </ac:picMkLst>
        </pc:picChg>
        <pc:picChg chg="del mod">
          <ac:chgData name="Guillaume Courtemanche" userId="35de7e6f-368f-4885-a7a3-546b113bf0d3" providerId="ADAL" clId="{B7CC45B9-1D6B-402C-862D-5BE4FF81A98B}" dt="2021-07-14T18:41:33.651" v="5741" actId="478"/>
          <ac:picMkLst>
            <pc:docMk/>
            <pc:sldMk cId="2802023093" sldId="280"/>
            <ac:picMk id="9" creationId="{1E00C263-0F3D-4F39-BF23-33D455659CE4}"/>
          </ac:picMkLst>
        </pc:picChg>
        <pc:picChg chg="del mod">
          <ac:chgData name="Guillaume Courtemanche" userId="35de7e6f-368f-4885-a7a3-546b113bf0d3" providerId="ADAL" clId="{B7CC45B9-1D6B-402C-862D-5BE4FF81A98B}" dt="2021-07-14T18:41:33.993" v="5742" actId="478"/>
          <ac:picMkLst>
            <pc:docMk/>
            <pc:sldMk cId="2802023093" sldId="280"/>
            <ac:picMk id="11" creationId="{6CF4F600-60E4-445A-AA59-34F6FFC5EF58}"/>
          </ac:picMkLst>
        </pc:picChg>
        <pc:picChg chg="add mod">
          <ac:chgData name="Guillaume Courtemanche" userId="35de7e6f-368f-4885-a7a3-546b113bf0d3" providerId="ADAL" clId="{B7CC45B9-1D6B-402C-862D-5BE4FF81A98B}" dt="2021-07-14T18:42:40.437" v="5761" actId="1076"/>
          <ac:picMkLst>
            <pc:docMk/>
            <pc:sldMk cId="2802023093" sldId="280"/>
            <ac:picMk id="15" creationId="{188F0A7D-D64D-48B4-A068-98D2DB91B178}"/>
          </ac:picMkLst>
        </pc:picChg>
        <pc:picChg chg="add mod">
          <ac:chgData name="Guillaume Courtemanche" userId="35de7e6f-368f-4885-a7a3-546b113bf0d3" providerId="ADAL" clId="{B7CC45B9-1D6B-402C-862D-5BE4FF81A98B}" dt="2021-07-14T18:43:05.984" v="5766" actId="1076"/>
          <ac:picMkLst>
            <pc:docMk/>
            <pc:sldMk cId="2802023093" sldId="280"/>
            <ac:picMk id="20" creationId="{FE4DE006-7CF0-4752-A20B-13A2416C4ED9}"/>
          </ac:picMkLst>
        </pc:picChg>
        <pc:cxnChg chg="mod">
          <ac:chgData name="Guillaume Courtemanche" userId="35de7e6f-368f-4885-a7a3-546b113bf0d3" providerId="ADAL" clId="{B7CC45B9-1D6B-402C-862D-5BE4FF81A98B}" dt="2021-07-14T18:43:09.108" v="5769" actId="1076"/>
          <ac:cxnSpMkLst>
            <pc:docMk/>
            <pc:sldMk cId="2802023093" sldId="280"/>
            <ac:cxnSpMk id="12" creationId="{8DC12AFA-48EF-488B-9137-E11FB0B71ABB}"/>
          </ac:cxnSpMkLst>
        </pc:cxnChg>
        <pc:cxnChg chg="del mod">
          <ac:chgData name="Guillaume Courtemanche" userId="35de7e6f-368f-4885-a7a3-546b113bf0d3" providerId="ADAL" clId="{B7CC45B9-1D6B-402C-862D-5BE4FF81A98B}" dt="2021-07-14T18:41:03.119" v="5736" actId="478"/>
          <ac:cxnSpMkLst>
            <pc:docMk/>
            <pc:sldMk cId="2802023093" sldId="280"/>
            <ac:cxnSpMk id="21" creationId="{D832EE18-9606-49D1-BE24-4E92F7812DB4}"/>
          </ac:cxnSpMkLst>
        </pc:cxnChg>
        <pc:cxnChg chg="add mod">
          <ac:chgData name="Guillaume Courtemanche" userId="35de7e6f-368f-4885-a7a3-546b113bf0d3" providerId="ADAL" clId="{B7CC45B9-1D6B-402C-862D-5BE4FF81A98B}" dt="2021-07-14T18:43:14.638" v="5772" actId="14100"/>
          <ac:cxnSpMkLst>
            <pc:docMk/>
            <pc:sldMk cId="2802023093" sldId="280"/>
            <ac:cxnSpMk id="22" creationId="{25A03407-AB63-4019-8B6F-4D9799A9E268}"/>
          </ac:cxnSpMkLst>
        </pc:cxnChg>
        <pc:cxnChg chg="add mod">
          <ac:chgData name="Guillaume Courtemanche" userId="35de7e6f-368f-4885-a7a3-546b113bf0d3" providerId="ADAL" clId="{B7CC45B9-1D6B-402C-862D-5BE4FF81A98B}" dt="2021-07-14T18:43:20.506" v="5775" actId="14100"/>
          <ac:cxnSpMkLst>
            <pc:docMk/>
            <pc:sldMk cId="2802023093" sldId="280"/>
            <ac:cxnSpMk id="26" creationId="{272F6E7C-551A-4C6D-8F82-E9929EF2FB50}"/>
          </ac:cxnSpMkLst>
        </pc:cxnChg>
      </pc:sldChg>
      <pc:sldChg chg="modSp new mod">
        <pc:chgData name="Guillaume Courtemanche" userId="35de7e6f-368f-4885-a7a3-546b113bf0d3" providerId="ADAL" clId="{B7CC45B9-1D6B-402C-862D-5BE4FF81A98B}" dt="2021-07-15T15:21:36.919" v="6200" actId="20577"/>
        <pc:sldMkLst>
          <pc:docMk/>
          <pc:sldMk cId="627120172" sldId="281"/>
        </pc:sldMkLst>
        <pc:spChg chg="mod">
          <ac:chgData name="Guillaume Courtemanche" userId="35de7e6f-368f-4885-a7a3-546b113bf0d3" providerId="ADAL" clId="{B7CC45B9-1D6B-402C-862D-5BE4FF81A98B}" dt="2021-07-15T15:03:14.669" v="5855" actId="20577"/>
          <ac:spMkLst>
            <pc:docMk/>
            <pc:sldMk cId="627120172" sldId="281"/>
            <ac:spMk id="2" creationId="{E7DCF1A3-680B-422C-9212-9E1E10378AF1}"/>
          </ac:spMkLst>
        </pc:spChg>
        <pc:spChg chg="mod">
          <ac:chgData name="Guillaume Courtemanche" userId="35de7e6f-368f-4885-a7a3-546b113bf0d3" providerId="ADAL" clId="{B7CC45B9-1D6B-402C-862D-5BE4FF81A98B}" dt="2021-07-15T15:21:36.919" v="6200" actId="20577"/>
          <ac:spMkLst>
            <pc:docMk/>
            <pc:sldMk cId="627120172" sldId="281"/>
            <ac:spMk id="3" creationId="{8477ABFD-FC61-4502-A8A5-8EBDE615AC7E}"/>
          </ac:spMkLst>
        </pc:spChg>
      </pc:sldChg>
      <pc:sldChg chg="addSp delSp modSp add mod">
        <pc:chgData name="Guillaume Courtemanche" userId="35de7e6f-368f-4885-a7a3-546b113bf0d3" providerId="ADAL" clId="{B7CC45B9-1D6B-402C-862D-5BE4FF81A98B}" dt="2021-07-15T15:23:50.004" v="6205" actId="1076"/>
        <pc:sldMkLst>
          <pc:docMk/>
          <pc:sldMk cId="822269010" sldId="282"/>
        </pc:sldMkLst>
        <pc:spChg chg="del">
          <ac:chgData name="Guillaume Courtemanche" userId="35de7e6f-368f-4885-a7a3-546b113bf0d3" providerId="ADAL" clId="{B7CC45B9-1D6B-402C-862D-5BE4FF81A98B}" dt="2021-07-15T15:16:26.553" v="6079" actId="478"/>
          <ac:spMkLst>
            <pc:docMk/>
            <pc:sldMk cId="822269010" sldId="282"/>
            <ac:spMk id="3" creationId="{8477ABFD-FC61-4502-A8A5-8EBDE615AC7E}"/>
          </ac:spMkLst>
        </pc:spChg>
        <pc:spChg chg="add del mod">
          <ac:chgData name="Guillaume Courtemanche" userId="35de7e6f-368f-4885-a7a3-546b113bf0d3" providerId="ADAL" clId="{B7CC45B9-1D6B-402C-862D-5BE4FF81A98B}" dt="2021-07-15T15:16:27.858" v="6080" actId="478"/>
          <ac:spMkLst>
            <pc:docMk/>
            <pc:sldMk cId="822269010" sldId="282"/>
            <ac:spMk id="5" creationId="{B1E419F8-ACD5-4A88-85D7-BB6B087B2321}"/>
          </ac:spMkLst>
        </pc:spChg>
        <pc:picChg chg="add del mod">
          <ac:chgData name="Guillaume Courtemanche" userId="35de7e6f-368f-4885-a7a3-546b113bf0d3" providerId="ADAL" clId="{B7CC45B9-1D6B-402C-862D-5BE4FF81A98B}" dt="2021-07-15T15:23:19.700" v="6201" actId="478"/>
          <ac:picMkLst>
            <pc:docMk/>
            <pc:sldMk cId="822269010" sldId="282"/>
            <ac:picMk id="7" creationId="{A4F1F992-DD63-4FD6-A82B-5C01C1FF8251}"/>
          </ac:picMkLst>
        </pc:picChg>
        <pc:picChg chg="add del mod">
          <ac:chgData name="Guillaume Courtemanche" userId="35de7e6f-368f-4885-a7a3-546b113bf0d3" providerId="ADAL" clId="{B7CC45B9-1D6B-402C-862D-5BE4FF81A98B}" dt="2021-07-15T15:17:24.226" v="6092" actId="21"/>
          <ac:picMkLst>
            <pc:docMk/>
            <pc:sldMk cId="822269010" sldId="282"/>
            <ac:picMk id="9" creationId="{5F7A81CC-282A-4E02-8B62-86B0E11B2765}"/>
          </ac:picMkLst>
        </pc:picChg>
        <pc:picChg chg="add mod">
          <ac:chgData name="Guillaume Courtemanche" userId="35de7e6f-368f-4885-a7a3-546b113bf0d3" providerId="ADAL" clId="{B7CC45B9-1D6B-402C-862D-5BE4FF81A98B}" dt="2021-07-15T15:23:50.004" v="6205" actId="1076"/>
          <ac:picMkLst>
            <pc:docMk/>
            <pc:sldMk cId="822269010" sldId="282"/>
            <ac:picMk id="11" creationId="{2982015C-0061-4EE2-9CBE-0F9A51B79AF9}"/>
          </ac:picMkLst>
        </pc:picChg>
      </pc:sldChg>
      <pc:sldChg chg="addSp delSp modSp add mod">
        <pc:chgData name="Guillaume Courtemanche" userId="35de7e6f-368f-4885-a7a3-546b113bf0d3" providerId="ADAL" clId="{B7CC45B9-1D6B-402C-862D-5BE4FF81A98B}" dt="2021-07-15T15:24:47.688" v="6372" actId="20577"/>
        <pc:sldMkLst>
          <pc:docMk/>
          <pc:sldMk cId="1869708695" sldId="283"/>
        </pc:sldMkLst>
        <pc:spChg chg="add mod">
          <ac:chgData name="Guillaume Courtemanche" userId="35de7e6f-368f-4885-a7a3-546b113bf0d3" providerId="ADAL" clId="{B7CC45B9-1D6B-402C-862D-5BE4FF81A98B}" dt="2021-07-15T15:24:47.688" v="6372" actId="20577"/>
          <ac:spMkLst>
            <pc:docMk/>
            <pc:sldMk cId="1869708695" sldId="283"/>
            <ac:spMk id="6" creationId="{BD60AB2D-0B40-4769-8DFC-D0F2CDCA4A72}"/>
          </ac:spMkLst>
        </pc:spChg>
        <pc:picChg chg="add del mod">
          <ac:chgData name="Guillaume Courtemanche" userId="35de7e6f-368f-4885-a7a3-546b113bf0d3" providerId="ADAL" clId="{B7CC45B9-1D6B-402C-862D-5BE4FF81A98B}" dt="2021-07-15T15:23:20.560" v="6202" actId="478"/>
          <ac:picMkLst>
            <pc:docMk/>
            <pc:sldMk cId="1869708695" sldId="283"/>
            <ac:picMk id="4" creationId="{59ED0296-E3FB-49FF-AC62-3772CF47504F}"/>
          </ac:picMkLst>
        </pc:picChg>
        <pc:picChg chg="add mod">
          <ac:chgData name="Guillaume Courtemanche" userId="35de7e6f-368f-4885-a7a3-546b113bf0d3" providerId="ADAL" clId="{B7CC45B9-1D6B-402C-862D-5BE4FF81A98B}" dt="2021-07-15T15:24:03.874" v="6207" actId="1076"/>
          <ac:picMkLst>
            <pc:docMk/>
            <pc:sldMk cId="1869708695" sldId="283"/>
            <ac:picMk id="5" creationId="{6D3CB00B-A594-481C-B9AF-C98BE41FCEBD}"/>
          </ac:picMkLst>
        </pc:picChg>
        <pc:picChg chg="del">
          <ac:chgData name="Guillaume Courtemanche" userId="35de7e6f-368f-4885-a7a3-546b113bf0d3" providerId="ADAL" clId="{B7CC45B9-1D6B-402C-862D-5BE4FF81A98B}" dt="2021-07-15T15:17:40.790" v="6098" actId="478"/>
          <ac:picMkLst>
            <pc:docMk/>
            <pc:sldMk cId="1869708695" sldId="283"/>
            <ac:picMk id="7" creationId="{A4F1F992-DD63-4FD6-A82B-5C01C1FF8251}"/>
          </ac:picMkLst>
        </pc:picChg>
      </pc:sldChg>
      <pc:sldChg chg="addSp delSp modSp add del mod">
        <pc:chgData name="Guillaume Courtemanche" userId="35de7e6f-368f-4885-a7a3-546b113bf0d3" providerId="ADAL" clId="{B7CC45B9-1D6B-402C-862D-5BE4FF81A98B}" dt="2021-07-15T15:18:11.167" v="6108" actId="47"/>
        <pc:sldMkLst>
          <pc:docMk/>
          <pc:sldMk cId="268970773" sldId="284"/>
        </pc:sldMkLst>
        <pc:picChg chg="del">
          <ac:chgData name="Guillaume Courtemanche" userId="35de7e6f-368f-4885-a7a3-546b113bf0d3" providerId="ADAL" clId="{B7CC45B9-1D6B-402C-862D-5BE4FF81A98B}" dt="2021-07-15T15:17:59.920" v="6104" actId="478"/>
          <ac:picMkLst>
            <pc:docMk/>
            <pc:sldMk cId="268970773" sldId="284"/>
            <ac:picMk id="4" creationId="{59ED0296-E3FB-49FF-AC62-3772CF47504F}"/>
          </ac:picMkLst>
        </pc:picChg>
        <pc:picChg chg="add del mod">
          <ac:chgData name="Guillaume Courtemanche" userId="35de7e6f-368f-4885-a7a3-546b113bf0d3" providerId="ADAL" clId="{B7CC45B9-1D6B-402C-862D-5BE4FF81A98B}" dt="2021-07-15T15:18:09.898" v="6107" actId="21"/>
          <ac:picMkLst>
            <pc:docMk/>
            <pc:sldMk cId="268970773" sldId="284"/>
            <ac:picMk id="5" creationId="{BE3E97EF-72BE-4B14-A7AF-848CE749F217}"/>
          </ac:picMkLst>
        </pc:picChg>
      </pc:sldChg>
      <pc:sldChg chg="addSp delSp modSp add mod">
        <pc:chgData name="Guillaume Courtemanche" userId="35de7e6f-368f-4885-a7a3-546b113bf0d3" providerId="ADAL" clId="{B7CC45B9-1D6B-402C-862D-5BE4FF81A98B}" dt="2021-07-15T15:25:36.577" v="6468" actId="20577"/>
        <pc:sldMkLst>
          <pc:docMk/>
          <pc:sldMk cId="1102944210" sldId="284"/>
        </pc:sldMkLst>
        <pc:spChg chg="mod">
          <ac:chgData name="Guillaume Courtemanche" userId="35de7e6f-368f-4885-a7a3-546b113bf0d3" providerId="ADAL" clId="{B7CC45B9-1D6B-402C-862D-5BE4FF81A98B}" dt="2021-07-15T15:25:36.577" v="6468" actId="20577"/>
          <ac:spMkLst>
            <pc:docMk/>
            <pc:sldMk cId="1102944210" sldId="284"/>
            <ac:spMk id="6" creationId="{BD60AB2D-0B40-4769-8DFC-D0F2CDCA4A72}"/>
          </ac:spMkLst>
        </pc:spChg>
        <pc:picChg chg="add">
          <ac:chgData name="Guillaume Courtemanche" userId="35de7e6f-368f-4885-a7a3-546b113bf0d3" providerId="ADAL" clId="{B7CC45B9-1D6B-402C-862D-5BE4FF81A98B}" dt="2021-07-15T15:25:10.004" v="6375" actId="22"/>
          <ac:picMkLst>
            <pc:docMk/>
            <pc:sldMk cId="1102944210" sldId="284"/>
            <ac:picMk id="4" creationId="{4276338B-5296-41C9-B16E-2CD1423A2610}"/>
          </ac:picMkLst>
        </pc:picChg>
        <pc:picChg chg="del">
          <ac:chgData name="Guillaume Courtemanche" userId="35de7e6f-368f-4885-a7a3-546b113bf0d3" providerId="ADAL" clId="{B7CC45B9-1D6B-402C-862D-5BE4FF81A98B}" dt="2021-07-15T15:24:59.251" v="6374" actId="478"/>
          <ac:picMkLst>
            <pc:docMk/>
            <pc:sldMk cId="1102944210" sldId="284"/>
            <ac:picMk id="5" creationId="{6D3CB00B-A594-481C-B9AF-C98BE41FCEBD}"/>
          </ac:picMkLst>
        </pc:picChg>
      </pc:sldChg>
      <pc:sldChg chg="addSp delSp modSp add mod">
        <pc:chgData name="Guillaume Courtemanche" userId="35de7e6f-368f-4885-a7a3-546b113bf0d3" providerId="ADAL" clId="{B7CC45B9-1D6B-402C-862D-5BE4FF81A98B}" dt="2021-07-15T15:26:19.568" v="6554" actId="20577"/>
        <pc:sldMkLst>
          <pc:docMk/>
          <pc:sldMk cId="3736816085" sldId="285"/>
        </pc:sldMkLst>
        <pc:spChg chg="mod">
          <ac:chgData name="Guillaume Courtemanche" userId="35de7e6f-368f-4885-a7a3-546b113bf0d3" providerId="ADAL" clId="{B7CC45B9-1D6B-402C-862D-5BE4FF81A98B}" dt="2021-07-15T15:26:19.568" v="6554" actId="20577"/>
          <ac:spMkLst>
            <pc:docMk/>
            <pc:sldMk cId="3736816085" sldId="285"/>
            <ac:spMk id="6" creationId="{BD60AB2D-0B40-4769-8DFC-D0F2CDCA4A72}"/>
          </ac:spMkLst>
        </pc:spChg>
        <pc:picChg chg="del">
          <ac:chgData name="Guillaume Courtemanche" userId="35de7e6f-368f-4885-a7a3-546b113bf0d3" providerId="ADAL" clId="{B7CC45B9-1D6B-402C-862D-5BE4FF81A98B}" dt="2021-07-15T15:25:43.294" v="6470" actId="478"/>
          <ac:picMkLst>
            <pc:docMk/>
            <pc:sldMk cId="3736816085" sldId="285"/>
            <ac:picMk id="4" creationId="{4276338B-5296-41C9-B16E-2CD1423A2610}"/>
          </ac:picMkLst>
        </pc:picChg>
        <pc:picChg chg="add mod">
          <ac:chgData name="Guillaume Courtemanche" userId="35de7e6f-368f-4885-a7a3-546b113bf0d3" providerId="ADAL" clId="{B7CC45B9-1D6B-402C-862D-5BE4FF81A98B}" dt="2021-07-15T15:26:08.019" v="6475" actId="1076"/>
          <ac:picMkLst>
            <pc:docMk/>
            <pc:sldMk cId="3736816085" sldId="285"/>
            <ac:picMk id="5" creationId="{F282076C-2561-4195-8324-32E400080DA7}"/>
          </ac:picMkLst>
        </pc:picChg>
      </pc:sldChg>
      <pc:sldChg chg="addSp delSp modSp add mod">
        <pc:chgData name="Guillaume Courtemanche" userId="35de7e6f-368f-4885-a7a3-546b113bf0d3" providerId="ADAL" clId="{B7CC45B9-1D6B-402C-862D-5BE4FF81A98B}" dt="2021-07-15T15:28:00.246" v="6724" actId="1076"/>
        <pc:sldMkLst>
          <pc:docMk/>
          <pc:sldMk cId="1299794533" sldId="286"/>
        </pc:sldMkLst>
        <pc:spChg chg="mod">
          <ac:chgData name="Guillaume Courtemanche" userId="35de7e6f-368f-4885-a7a3-546b113bf0d3" providerId="ADAL" clId="{B7CC45B9-1D6B-402C-862D-5BE4FF81A98B}" dt="2021-07-15T15:28:00.246" v="6724" actId="1076"/>
          <ac:spMkLst>
            <pc:docMk/>
            <pc:sldMk cId="1299794533" sldId="286"/>
            <ac:spMk id="6" creationId="{BD60AB2D-0B40-4769-8DFC-D0F2CDCA4A72}"/>
          </ac:spMkLst>
        </pc:spChg>
        <pc:picChg chg="add mod">
          <ac:chgData name="Guillaume Courtemanche" userId="35de7e6f-368f-4885-a7a3-546b113bf0d3" providerId="ADAL" clId="{B7CC45B9-1D6B-402C-862D-5BE4FF81A98B}" dt="2021-07-15T15:27:12.786" v="6558" actId="1076"/>
          <ac:picMkLst>
            <pc:docMk/>
            <pc:sldMk cId="1299794533" sldId="286"/>
            <ac:picMk id="4" creationId="{821D44B3-8FF3-44EB-8C96-B899B8A69400}"/>
          </ac:picMkLst>
        </pc:picChg>
        <pc:picChg chg="del">
          <ac:chgData name="Guillaume Courtemanche" userId="35de7e6f-368f-4885-a7a3-546b113bf0d3" providerId="ADAL" clId="{B7CC45B9-1D6B-402C-862D-5BE4FF81A98B}" dt="2021-07-15T15:27:10.997" v="6556" actId="478"/>
          <ac:picMkLst>
            <pc:docMk/>
            <pc:sldMk cId="1299794533" sldId="286"/>
            <ac:picMk id="5" creationId="{F282076C-2561-4195-8324-32E400080DA7}"/>
          </ac:picMkLst>
        </pc:picChg>
      </pc:sldChg>
      <pc:sldChg chg="modSp new mod">
        <pc:chgData name="Guillaume Courtemanche" userId="35de7e6f-368f-4885-a7a3-546b113bf0d3" providerId="ADAL" clId="{B7CC45B9-1D6B-402C-862D-5BE4FF81A98B}" dt="2021-07-15T15:58:07.773" v="7405" actId="20577"/>
        <pc:sldMkLst>
          <pc:docMk/>
          <pc:sldMk cId="805362834" sldId="287"/>
        </pc:sldMkLst>
        <pc:spChg chg="mod">
          <ac:chgData name="Guillaume Courtemanche" userId="35de7e6f-368f-4885-a7a3-546b113bf0d3" providerId="ADAL" clId="{B7CC45B9-1D6B-402C-862D-5BE4FF81A98B}" dt="2021-07-15T15:50:08.028" v="6740" actId="20577"/>
          <ac:spMkLst>
            <pc:docMk/>
            <pc:sldMk cId="805362834" sldId="287"/>
            <ac:spMk id="2" creationId="{CADC5114-8168-4463-BB00-8F9D23025B5A}"/>
          </ac:spMkLst>
        </pc:spChg>
        <pc:spChg chg="mod">
          <ac:chgData name="Guillaume Courtemanche" userId="35de7e6f-368f-4885-a7a3-546b113bf0d3" providerId="ADAL" clId="{B7CC45B9-1D6B-402C-862D-5BE4FF81A98B}" dt="2021-07-15T15:58:07.773" v="7405" actId="20577"/>
          <ac:spMkLst>
            <pc:docMk/>
            <pc:sldMk cId="805362834" sldId="287"/>
            <ac:spMk id="3" creationId="{A223D84C-8716-41D8-A73B-82B10A2D9578}"/>
          </ac:spMkLst>
        </pc:spChg>
      </pc:sldChg>
      <pc:sldChg chg="addSp delSp modSp new mod">
        <pc:chgData name="Guillaume Courtemanche" userId="35de7e6f-368f-4885-a7a3-546b113bf0d3" providerId="ADAL" clId="{B7CC45B9-1D6B-402C-862D-5BE4FF81A98B}" dt="2021-07-15T16:00:57.765" v="7548" actId="20577"/>
        <pc:sldMkLst>
          <pc:docMk/>
          <pc:sldMk cId="722886885" sldId="288"/>
        </pc:sldMkLst>
        <pc:spChg chg="mod">
          <ac:chgData name="Guillaume Courtemanche" userId="35de7e6f-368f-4885-a7a3-546b113bf0d3" providerId="ADAL" clId="{B7CC45B9-1D6B-402C-862D-5BE4FF81A98B}" dt="2021-07-15T15:56:25.485" v="7262" actId="20577"/>
          <ac:spMkLst>
            <pc:docMk/>
            <pc:sldMk cId="722886885" sldId="288"/>
            <ac:spMk id="2" creationId="{656EACEB-5038-43A6-B36A-AFCE28D51A3E}"/>
          </ac:spMkLst>
        </pc:spChg>
        <pc:spChg chg="del">
          <ac:chgData name="Guillaume Courtemanche" userId="35de7e6f-368f-4885-a7a3-546b113bf0d3" providerId="ADAL" clId="{B7CC45B9-1D6B-402C-862D-5BE4FF81A98B}" dt="2021-07-15T15:58:32.001" v="7406" actId="478"/>
          <ac:spMkLst>
            <pc:docMk/>
            <pc:sldMk cId="722886885" sldId="288"/>
            <ac:spMk id="3" creationId="{F257ED04-F8AE-40F1-9CA2-4295796734A4}"/>
          </ac:spMkLst>
        </pc:spChg>
        <pc:spChg chg="add mod">
          <ac:chgData name="Guillaume Courtemanche" userId="35de7e6f-368f-4885-a7a3-546b113bf0d3" providerId="ADAL" clId="{B7CC45B9-1D6B-402C-862D-5BE4FF81A98B}" dt="2021-07-15T16:00:36.088" v="7521" actId="1076"/>
          <ac:spMkLst>
            <pc:docMk/>
            <pc:sldMk cId="722886885" sldId="288"/>
            <ac:spMk id="8" creationId="{432C3823-4793-498E-8641-DCFDD4D2E3D4}"/>
          </ac:spMkLst>
        </pc:spChg>
        <pc:spChg chg="add mod">
          <ac:chgData name="Guillaume Courtemanche" userId="35de7e6f-368f-4885-a7a3-546b113bf0d3" providerId="ADAL" clId="{B7CC45B9-1D6B-402C-862D-5BE4FF81A98B}" dt="2021-07-15T16:00:57.765" v="7548" actId="20577"/>
          <ac:spMkLst>
            <pc:docMk/>
            <pc:sldMk cId="722886885" sldId="288"/>
            <ac:spMk id="9" creationId="{81AE5505-2E80-446B-B966-135A0751A1B1}"/>
          </ac:spMkLst>
        </pc:spChg>
        <pc:picChg chg="add mod">
          <ac:chgData name="Guillaume Courtemanche" userId="35de7e6f-368f-4885-a7a3-546b113bf0d3" providerId="ADAL" clId="{B7CC45B9-1D6B-402C-862D-5BE4FF81A98B}" dt="2021-07-15T16:00:36.088" v="7521" actId="1076"/>
          <ac:picMkLst>
            <pc:docMk/>
            <pc:sldMk cId="722886885" sldId="288"/>
            <ac:picMk id="5" creationId="{830709A0-D828-4C79-805A-1AF75B8E9B98}"/>
          </ac:picMkLst>
        </pc:picChg>
        <pc:picChg chg="add mod">
          <ac:chgData name="Guillaume Courtemanche" userId="35de7e6f-368f-4885-a7a3-546b113bf0d3" providerId="ADAL" clId="{B7CC45B9-1D6B-402C-862D-5BE4FF81A98B}" dt="2021-07-15T16:00:36.088" v="7521" actId="1076"/>
          <ac:picMkLst>
            <pc:docMk/>
            <pc:sldMk cId="722886885" sldId="288"/>
            <ac:picMk id="7" creationId="{60A15B77-BF94-4898-85AE-69515D58A3B2}"/>
          </ac:picMkLst>
        </pc:picChg>
      </pc:sldChg>
      <pc:sldChg chg="modSp new del mod">
        <pc:chgData name="Guillaume Courtemanche" userId="35de7e6f-368f-4885-a7a3-546b113bf0d3" providerId="ADAL" clId="{B7CC45B9-1D6B-402C-862D-5BE4FF81A98B}" dt="2021-07-15T16:14:44.280" v="7566" actId="47"/>
        <pc:sldMkLst>
          <pc:docMk/>
          <pc:sldMk cId="1001889077" sldId="289"/>
        </pc:sldMkLst>
        <pc:spChg chg="mod">
          <ac:chgData name="Guillaume Courtemanche" userId="35de7e6f-368f-4885-a7a3-546b113bf0d3" providerId="ADAL" clId="{B7CC45B9-1D6B-402C-862D-5BE4FF81A98B}" dt="2021-07-15T16:14:42.026" v="7565" actId="20577"/>
          <ac:spMkLst>
            <pc:docMk/>
            <pc:sldMk cId="1001889077" sldId="289"/>
            <ac:spMk id="2" creationId="{83251B0D-9DB9-4908-B62C-1D86B74C4C7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10/12/2021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63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10/12/2021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101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10/12/2021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803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10/12/2021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328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10/12/2021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84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10/12/2021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683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10/12/2021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609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10/12/2021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298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10/12/2021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624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10/12/2021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899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10/12/2021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9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2F3E8B1C-86EF-43CF-8304-249481088644}" type="datetimeFigureOut">
              <a:rPr lang="en-US" smtClean="0"/>
              <a:pPr/>
              <a:t>10/12/2021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‹N°›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9288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01" r:id="rId4"/>
    <p:sldLayoutId id="2147483702" r:id="rId5"/>
    <p:sldLayoutId id="2147483707" r:id="rId6"/>
    <p:sldLayoutId id="2147483703" r:id="rId7"/>
    <p:sldLayoutId id="2147483704" r:id="rId8"/>
    <p:sldLayoutId id="2147483705" r:id="rId9"/>
    <p:sldLayoutId id="2147483706" r:id="rId10"/>
    <p:sldLayoutId id="2147483708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D67320-FCFD-4931-AAF7-C6C853329C7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EEC839D-8E01-432A-A5BF-096D6C649A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908651"/>
            <a:ext cx="3620882" cy="3640345"/>
          </a:xfrm>
        </p:spPr>
        <p:txBody>
          <a:bodyPr anchor="t">
            <a:normAutofit/>
          </a:bodyPr>
          <a:lstStyle/>
          <a:p>
            <a:r>
              <a:rPr lang="fr-CA" sz="4000" dirty="0">
                <a:solidFill>
                  <a:schemeClr val="bg1"/>
                </a:solidFill>
              </a:rPr>
              <a:t>Lecture et écriture binaire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F9359ED-FE86-4AA9-AB28-1D83DED7F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5934" y="5220450"/>
            <a:ext cx="3380437" cy="570748"/>
          </a:xfrm>
        </p:spPr>
        <p:txBody>
          <a:bodyPr anchor="b">
            <a:normAutofit/>
          </a:bodyPr>
          <a:lstStyle/>
          <a:p>
            <a:r>
              <a:rPr lang="fr-CA" sz="1800" dirty="0">
                <a:solidFill>
                  <a:schemeClr val="bg1"/>
                </a:solidFill>
              </a:rPr>
              <a:t>INF-335 AU2021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84C774F2-CA86-43A0-97E2-AD5634BD96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659" r="-1" b="-1"/>
          <a:stretch/>
        </p:blipFill>
        <p:spPr>
          <a:xfrm>
            <a:off x="4876158" y="10"/>
            <a:ext cx="731584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541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E889DB-DB31-4976-AE54-625AD6C28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Représentation binaire Des nombres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936CBB-3893-47A8-8781-E3EFD20F7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4" y="2293126"/>
            <a:ext cx="10691265" cy="3636088"/>
          </a:xfrm>
        </p:spPr>
        <p:txBody>
          <a:bodyPr/>
          <a:lstStyle/>
          <a:p>
            <a:r>
              <a:rPr lang="fr-CA" dirty="0"/>
              <a:t>En informatique, toutes les données sont encodées sous forme binaire.</a:t>
            </a:r>
          </a:p>
          <a:p>
            <a:r>
              <a:rPr lang="fr-CA" dirty="0"/>
              <a:t>Les nombres sont encodés sur une taille fixe dépendant du type</a:t>
            </a:r>
          </a:p>
          <a:p>
            <a:r>
              <a:rPr lang="fr-CA" dirty="0"/>
              <a:t>On utilise généralement la représentation hexadécimale du nombre lorsque sa forme binaire nous intéresse.</a:t>
            </a:r>
          </a:p>
          <a:p>
            <a:pPr marL="0" indent="0">
              <a:buNone/>
            </a:pPr>
            <a:endParaRPr lang="fr-CA" dirty="0"/>
          </a:p>
          <a:p>
            <a:endParaRPr lang="fr-CA" dirty="0"/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392946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E889DB-DB31-4976-AE54-625AD6C28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Représentation binaire Des nombres</a:t>
            </a:r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72954E2F-5470-450F-A473-DC91866D88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2598292"/>
              </p:ext>
            </p:extLst>
          </p:nvPr>
        </p:nvGraphicFramePr>
        <p:xfrm>
          <a:off x="900768" y="1607611"/>
          <a:ext cx="10491132" cy="4493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3520">
                  <a:extLst>
                    <a:ext uri="{9D8B030D-6E8A-4147-A177-3AD203B41FA5}">
                      <a16:colId xmlns:a16="http://schemas.microsoft.com/office/drawing/2014/main" val="1970805530"/>
                    </a:ext>
                  </a:extLst>
                </a:gridCol>
                <a:gridCol w="2014028">
                  <a:extLst>
                    <a:ext uri="{9D8B030D-6E8A-4147-A177-3AD203B41FA5}">
                      <a16:colId xmlns:a16="http://schemas.microsoft.com/office/drawing/2014/main" val="178565706"/>
                    </a:ext>
                  </a:extLst>
                </a:gridCol>
                <a:gridCol w="3356716">
                  <a:extLst>
                    <a:ext uri="{9D8B030D-6E8A-4147-A177-3AD203B41FA5}">
                      <a16:colId xmlns:a16="http://schemas.microsoft.com/office/drawing/2014/main" val="2893439870"/>
                    </a:ext>
                  </a:extLst>
                </a:gridCol>
                <a:gridCol w="4016868">
                  <a:extLst>
                    <a:ext uri="{9D8B030D-6E8A-4147-A177-3AD203B41FA5}">
                      <a16:colId xmlns:a16="http://schemas.microsoft.com/office/drawing/2014/main" val="3648575474"/>
                    </a:ext>
                  </a:extLst>
                </a:gridCol>
              </a:tblGrid>
              <a:tr h="369028">
                <a:tc>
                  <a:txBody>
                    <a:bodyPr/>
                    <a:lstStyle/>
                    <a:p>
                      <a:r>
                        <a:rPr lang="fr-CA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Taille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Décimal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Hexadécimal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7608984"/>
                  </a:ext>
                </a:extLst>
              </a:tr>
              <a:tr h="443515">
                <a:tc>
                  <a:txBody>
                    <a:bodyPr/>
                    <a:lstStyle/>
                    <a:p>
                      <a:pPr algn="ctr"/>
                      <a:r>
                        <a:rPr lang="fr-CA" b="1" dirty="0"/>
                        <a:t>byte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1" dirty="0"/>
                        <a:t>1 octet (8bits)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-128 à 127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CA" dirty="0">
                          <a:latin typeface="Consolas" panose="020B0609020204030204" pitchFamily="49" charset="0"/>
                        </a:rPr>
                        <a:t>0x00</a:t>
                      </a:r>
                      <a:r>
                        <a:rPr lang="fr-CA" dirty="0"/>
                        <a:t> à </a:t>
                      </a:r>
                      <a:r>
                        <a:rPr lang="fr-CA" dirty="0">
                          <a:latin typeface="Consolas" panose="020B0609020204030204" pitchFamily="49" charset="0"/>
                        </a:rPr>
                        <a:t>0xFF</a:t>
                      </a:r>
                    </a:p>
                    <a:p>
                      <a:r>
                        <a:rPr lang="fr-CA" dirty="0">
                          <a:latin typeface="Consolas" panose="020B0609020204030204" pitchFamily="49" charset="0"/>
                        </a:rPr>
                        <a:t>0x00</a:t>
                      </a:r>
                      <a:r>
                        <a:rPr lang="fr-CA" dirty="0"/>
                        <a:t> à </a:t>
                      </a:r>
                      <a:r>
                        <a:rPr lang="fr-CA" dirty="0">
                          <a:latin typeface="Consolas" panose="020B0609020204030204" pitchFamily="49" charset="0"/>
                        </a:rPr>
                        <a:t>0x7F</a:t>
                      </a:r>
                      <a:r>
                        <a:rPr lang="fr-CA" dirty="0"/>
                        <a:t> – 0 à 127</a:t>
                      </a:r>
                    </a:p>
                    <a:p>
                      <a:r>
                        <a:rPr lang="fr-CA" dirty="0">
                          <a:latin typeface="Consolas" panose="020B0609020204030204" pitchFamily="49" charset="0"/>
                        </a:rPr>
                        <a:t>0x80</a:t>
                      </a:r>
                      <a:r>
                        <a:rPr lang="fr-CA" dirty="0"/>
                        <a:t> à </a:t>
                      </a:r>
                      <a:r>
                        <a:rPr lang="fr-CA" dirty="0">
                          <a:latin typeface="Consolas" panose="020B0609020204030204" pitchFamily="49" charset="0"/>
                        </a:rPr>
                        <a:t>0xFF</a:t>
                      </a:r>
                      <a:r>
                        <a:rPr lang="fr-CA" dirty="0"/>
                        <a:t> – -128 à 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2031056"/>
                  </a:ext>
                </a:extLst>
              </a:tr>
              <a:tr h="369028">
                <a:tc>
                  <a:txBody>
                    <a:bodyPr/>
                    <a:lstStyle/>
                    <a:p>
                      <a:pPr algn="ctr"/>
                      <a:r>
                        <a:rPr lang="fr-CA" b="1" dirty="0"/>
                        <a:t>short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1" dirty="0"/>
                        <a:t>2 octets (16bits)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-32768 to 32767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CA" dirty="0">
                          <a:latin typeface="Consolas" panose="020B0609020204030204" pitchFamily="49" charset="0"/>
                        </a:rPr>
                        <a:t>0x0000</a:t>
                      </a:r>
                      <a:r>
                        <a:rPr lang="fr-CA" dirty="0"/>
                        <a:t> à </a:t>
                      </a:r>
                      <a:r>
                        <a:rPr lang="fr-CA" dirty="0">
                          <a:latin typeface="Consolas" panose="020B0609020204030204" pitchFamily="49" charset="0"/>
                        </a:rPr>
                        <a:t>0xFFFF</a:t>
                      </a:r>
                    </a:p>
                    <a:p>
                      <a:r>
                        <a:rPr lang="fr-CA" dirty="0">
                          <a:latin typeface="Consolas" panose="020B0609020204030204" pitchFamily="49" charset="0"/>
                        </a:rPr>
                        <a:t>0x0000</a:t>
                      </a:r>
                      <a:r>
                        <a:rPr lang="fr-CA" dirty="0"/>
                        <a:t> à </a:t>
                      </a:r>
                      <a:r>
                        <a:rPr lang="fr-CA" dirty="0">
                          <a:latin typeface="Consolas" panose="020B0609020204030204" pitchFamily="49" charset="0"/>
                        </a:rPr>
                        <a:t>0x7FFF</a:t>
                      </a:r>
                      <a:r>
                        <a:rPr lang="fr-CA" dirty="0"/>
                        <a:t> - 0 à 32 767</a:t>
                      </a:r>
                    </a:p>
                    <a:p>
                      <a:r>
                        <a:rPr lang="fr-CA" dirty="0">
                          <a:latin typeface="Consolas" panose="020B0609020204030204" pitchFamily="49" charset="0"/>
                        </a:rPr>
                        <a:t>0x8000</a:t>
                      </a:r>
                      <a:r>
                        <a:rPr lang="fr-CA" dirty="0"/>
                        <a:t> à </a:t>
                      </a:r>
                      <a:r>
                        <a:rPr lang="fr-CA" dirty="0">
                          <a:latin typeface="Consolas" panose="020B0609020204030204" pitchFamily="49" charset="0"/>
                        </a:rPr>
                        <a:t>0xFFFF</a:t>
                      </a:r>
                      <a:r>
                        <a:rPr lang="fr-CA" dirty="0"/>
                        <a:t> - -32 768 à 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2035989"/>
                  </a:ext>
                </a:extLst>
              </a:tr>
              <a:tr h="369028">
                <a:tc>
                  <a:txBody>
                    <a:bodyPr/>
                    <a:lstStyle/>
                    <a:p>
                      <a:pPr algn="ctr"/>
                      <a:r>
                        <a:rPr lang="fr-CA" b="1" dirty="0" err="1"/>
                        <a:t>int</a:t>
                      </a:r>
                      <a:endParaRPr lang="fr-CA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1" dirty="0"/>
                        <a:t>4 octets (32bits)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-2,147,483,648 to 2,147,483,647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CA" dirty="0">
                          <a:latin typeface="Consolas" panose="020B0609020204030204" pitchFamily="49" charset="0"/>
                        </a:rPr>
                        <a:t>0x00000000 </a:t>
                      </a:r>
                      <a:r>
                        <a:rPr lang="fr-CA" dirty="0">
                          <a:latin typeface="+mn-lt"/>
                        </a:rPr>
                        <a:t>à</a:t>
                      </a:r>
                      <a:r>
                        <a:rPr lang="fr-CA" dirty="0">
                          <a:latin typeface="Consolas" panose="020B0609020204030204" pitchFamily="49" charset="0"/>
                        </a:rPr>
                        <a:t> 0xFFFFFFFF</a:t>
                      </a:r>
                    </a:p>
                    <a:p>
                      <a:r>
                        <a:rPr lang="fr-CA" dirty="0">
                          <a:latin typeface="Consolas" panose="020B0609020204030204" pitchFamily="49" charset="0"/>
                        </a:rPr>
                        <a:t>0x7FFFFFFF</a:t>
                      </a:r>
                      <a:r>
                        <a:rPr lang="fr-CA" dirty="0"/>
                        <a:t> – Max</a:t>
                      </a:r>
                    </a:p>
                    <a:p>
                      <a:r>
                        <a:rPr lang="fr-CA" dirty="0">
                          <a:latin typeface="Consolas" panose="020B0609020204030204" pitchFamily="49" charset="0"/>
                        </a:rPr>
                        <a:t>0x80000000</a:t>
                      </a:r>
                      <a:r>
                        <a:rPr lang="fr-CA" dirty="0"/>
                        <a:t> – Min</a:t>
                      </a:r>
                    </a:p>
                    <a:p>
                      <a:r>
                        <a:rPr lang="fr-CA" dirty="0">
                          <a:latin typeface="Consolas" panose="020B0609020204030204" pitchFamily="49" charset="0"/>
                        </a:rPr>
                        <a:t>0xFFFFFFFF</a:t>
                      </a:r>
                      <a:r>
                        <a:rPr lang="fr-CA" dirty="0"/>
                        <a:t> – 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9055387"/>
                  </a:ext>
                </a:extLst>
              </a:tr>
              <a:tr h="369028">
                <a:tc>
                  <a:txBody>
                    <a:bodyPr/>
                    <a:lstStyle/>
                    <a:p>
                      <a:pPr algn="ctr"/>
                      <a:r>
                        <a:rPr lang="fr-CA" b="1" dirty="0"/>
                        <a:t>long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1" dirty="0"/>
                        <a:t>8 octets (64bits)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8219642"/>
                  </a:ext>
                </a:extLst>
              </a:tr>
              <a:tr h="369028">
                <a:tc>
                  <a:txBody>
                    <a:bodyPr/>
                    <a:lstStyle/>
                    <a:p>
                      <a:pPr algn="ctr"/>
                      <a:r>
                        <a:rPr lang="fr-CA" b="1" dirty="0" err="1"/>
                        <a:t>float</a:t>
                      </a:r>
                      <a:endParaRPr lang="fr-CA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1" dirty="0"/>
                        <a:t>4 octets (32bits)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CA" dirty="0"/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CA" dirty="0"/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241009"/>
                  </a:ext>
                </a:extLst>
              </a:tr>
              <a:tr h="369028">
                <a:tc>
                  <a:txBody>
                    <a:bodyPr/>
                    <a:lstStyle/>
                    <a:p>
                      <a:pPr algn="ctr"/>
                      <a:r>
                        <a:rPr lang="fr-CA" b="1" dirty="0"/>
                        <a:t>double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1" dirty="0"/>
                        <a:t>8 octets (64bits)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CA" dirty="0"/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CA" dirty="0"/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128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4000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E889DB-DB31-4976-AE54-625AD6C28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Représentation du texte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936CBB-3893-47A8-8781-E3EFD20F7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31064"/>
            <a:ext cx="10691265" cy="3636088"/>
          </a:xfrm>
        </p:spPr>
        <p:txBody>
          <a:bodyPr/>
          <a:lstStyle/>
          <a:p>
            <a:r>
              <a:rPr lang="fr-CA" dirty="0"/>
              <a:t>Le texte est encodé de façon similaire.</a:t>
            </a:r>
          </a:p>
          <a:p>
            <a:r>
              <a:rPr lang="fr-CA" dirty="0"/>
              <a:t>En Java : chaque charactère est représenté par un nombre sur 16bits</a:t>
            </a:r>
          </a:p>
          <a:p>
            <a:r>
              <a:rPr lang="fr-CA" dirty="0"/>
              <a:t>Comme quel charactère le nombre est interprété dépend de </a:t>
            </a:r>
            <a:r>
              <a:rPr lang="fr-CA" i="1" dirty="0"/>
              <a:t>l’encodage. </a:t>
            </a:r>
            <a:endParaRPr lang="fr-CA" dirty="0"/>
          </a:p>
          <a:p>
            <a:r>
              <a:rPr lang="fr-CA" dirty="0"/>
              <a:t>L’encodage le plus simple est la table ASCII – présentant 128 charactères différents.</a:t>
            </a:r>
          </a:p>
          <a:p>
            <a:r>
              <a:rPr lang="fr-CA" dirty="0"/>
              <a:t>Des encodages plus complexes permettent de représenter tous les glyphes du standard </a:t>
            </a:r>
            <a:r>
              <a:rPr lang="fr-CA" dirty="0" err="1"/>
              <a:t>unicode</a:t>
            </a:r>
            <a:endParaRPr lang="fr-CA" dirty="0"/>
          </a:p>
          <a:p>
            <a:pPr lvl="1"/>
            <a:r>
              <a:rPr lang="fr-CA" dirty="0"/>
              <a:t>UTF8, UTF16, UTF32</a:t>
            </a:r>
          </a:p>
          <a:p>
            <a:pPr marL="0" indent="0">
              <a:buNone/>
            </a:pPr>
            <a:endParaRPr lang="fr-CA" dirty="0"/>
          </a:p>
          <a:p>
            <a:endParaRPr lang="fr-CA" dirty="0"/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32884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E71873-080C-4934-8D74-143B3BAC7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Table ASCII</a:t>
            </a:r>
          </a:p>
        </p:txBody>
      </p:sp>
      <p:pic>
        <p:nvPicPr>
          <p:cNvPr id="1026" name="Picture 2" descr="ASCII Chart – CommFront">
            <a:extLst>
              <a:ext uri="{FF2B5EF4-FFF2-40B4-BE49-F238E27FC236}">
                <a16:creationId xmlns:a16="http://schemas.microsoft.com/office/drawing/2014/main" id="{DDA1F3DF-0FDE-4111-9C24-7ACA9278B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2995" y="1436851"/>
            <a:ext cx="5306009" cy="4499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1246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391AC6-F6C7-4EB2-AF02-9790D9CC0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Lire un nombre d’un fichier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EACCC7-2049-4882-AB5D-E4F6141CA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28132"/>
            <a:ext cx="10691265" cy="4201082"/>
          </a:xfrm>
        </p:spPr>
        <p:txBody>
          <a:bodyPr/>
          <a:lstStyle/>
          <a:p>
            <a:r>
              <a:rPr lang="fr-CA" dirty="0"/>
              <a:t>On a les octets qui composent un fichier quelconque.</a:t>
            </a:r>
          </a:p>
          <a:p>
            <a:r>
              <a:rPr lang="fr-CA" dirty="0"/>
              <a:t>En assumant que les octets en rouge composent un </a:t>
            </a:r>
            <a:r>
              <a:rPr lang="fr-CA" b="1" dirty="0" err="1">
                <a:latin typeface="Consolas" panose="020B0609020204030204" pitchFamily="49" charset="0"/>
              </a:rPr>
              <a:t>int</a:t>
            </a:r>
            <a:r>
              <a:rPr lang="fr-CA" dirty="0"/>
              <a:t>, quelle valeur on obtiendrait si on les lisait?</a:t>
            </a:r>
          </a:p>
        </p:txBody>
      </p:sp>
      <p:graphicFrame>
        <p:nvGraphicFramePr>
          <p:cNvPr id="4" name="Tableau 5">
            <a:extLst>
              <a:ext uri="{FF2B5EF4-FFF2-40B4-BE49-F238E27FC236}">
                <a16:creationId xmlns:a16="http://schemas.microsoft.com/office/drawing/2014/main" id="{12CC4B35-F662-4F8B-B1DD-AA2C1E2B632C}"/>
              </a:ext>
            </a:extLst>
          </p:cNvPr>
          <p:cNvGraphicFramePr>
            <a:graphicFrameLocks noGrp="1"/>
          </p:cNvGraphicFramePr>
          <p:nvPr/>
        </p:nvGraphicFramePr>
        <p:xfrm>
          <a:off x="1982267" y="2828384"/>
          <a:ext cx="8128000" cy="2966720"/>
        </p:xfrm>
        <a:graphic>
          <a:graphicData uri="http://schemas.openxmlformats.org/drawingml/2006/table">
            <a:tbl>
              <a:tblPr bandRow="1">
                <a:tableStyleId>{616DA210-FB5B-4158-B5E0-FEB733F419BA}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313477954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3768077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81772058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9716071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19331051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5926892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56420763"/>
                    </a:ext>
                  </a:extLst>
                </a:gridCol>
                <a:gridCol w="826181">
                  <a:extLst>
                    <a:ext uri="{9D8B030D-6E8A-4147-A177-3AD203B41FA5}">
                      <a16:colId xmlns:a16="http://schemas.microsoft.com/office/drawing/2014/main" val="3147517657"/>
                    </a:ext>
                  </a:extLst>
                </a:gridCol>
                <a:gridCol w="799419">
                  <a:extLst>
                    <a:ext uri="{9D8B030D-6E8A-4147-A177-3AD203B41FA5}">
                      <a16:colId xmlns:a16="http://schemas.microsoft.com/office/drawing/2014/main" val="82113299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1173510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0x1D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0xFA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0xA4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0x98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0906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0x9A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0x9B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0xC5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0x7E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8133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0xA2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0x2A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0xBA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0xBE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0xEF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0x9B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0xC5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0xFF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5014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0xDF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0x9B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0xC5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0xB1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751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0x9B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0xC5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0xFF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1474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0x9B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0xC5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0x9A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0x9B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0xDD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0x1D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0xAA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8854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A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0xBE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0xEF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0xA2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0x2A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0xBA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0xAD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0x9B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0xC5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0xFF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6087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0xB1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0x9B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0xDD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0xCA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02856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4405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15F864-C983-4B40-8817-867E02D03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Opérations sur les bits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F93FBE-77A3-4968-96FF-D7121D406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367" y="1856898"/>
            <a:ext cx="10691265" cy="3636088"/>
          </a:xfrm>
        </p:spPr>
        <p:txBody>
          <a:bodyPr/>
          <a:lstStyle/>
          <a:p>
            <a:r>
              <a:rPr lang="fr-CA" dirty="0"/>
              <a:t>Il existe des opérateurs pour manipuler les nombres au niveau des bits.</a:t>
            </a:r>
          </a:p>
          <a:p>
            <a:r>
              <a:rPr lang="fr-CA" dirty="0"/>
              <a:t>Ces opérateurs opèrent sur la forme binaire du nombre.</a:t>
            </a:r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4075726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15F864-C983-4B40-8817-867E02D03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Opérations sur les bits</a:t>
            </a:r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81D2749E-28FF-4A19-944E-FA4C4E912E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0345436"/>
              </p:ext>
            </p:extLst>
          </p:nvPr>
        </p:nvGraphicFramePr>
        <p:xfrm>
          <a:off x="984142" y="1823236"/>
          <a:ext cx="10223716" cy="421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5946">
                  <a:extLst>
                    <a:ext uri="{9D8B030D-6E8A-4147-A177-3AD203B41FA5}">
                      <a16:colId xmlns:a16="http://schemas.microsoft.com/office/drawing/2014/main" val="3821121338"/>
                    </a:ext>
                  </a:extLst>
                </a:gridCol>
                <a:gridCol w="2995869">
                  <a:extLst>
                    <a:ext uri="{9D8B030D-6E8A-4147-A177-3AD203B41FA5}">
                      <a16:colId xmlns:a16="http://schemas.microsoft.com/office/drawing/2014/main" val="3731891026"/>
                    </a:ext>
                  </a:extLst>
                </a:gridCol>
                <a:gridCol w="2659310">
                  <a:extLst>
                    <a:ext uri="{9D8B030D-6E8A-4147-A177-3AD203B41FA5}">
                      <a16:colId xmlns:a16="http://schemas.microsoft.com/office/drawing/2014/main" val="836340559"/>
                    </a:ext>
                  </a:extLst>
                </a:gridCol>
                <a:gridCol w="2902591">
                  <a:extLst>
                    <a:ext uri="{9D8B030D-6E8A-4147-A177-3AD203B41FA5}">
                      <a16:colId xmlns:a16="http://schemas.microsoft.com/office/drawing/2014/main" val="8095456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CA" dirty="0"/>
                        <a:t>Opérateur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Fonction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Exemple(</a:t>
                      </a:r>
                      <a:r>
                        <a:rPr lang="fr-CA" dirty="0" err="1"/>
                        <a:t>hex</a:t>
                      </a:r>
                      <a:r>
                        <a:rPr lang="fr-CA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Exemple(binaire)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347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&amp;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« et » binaire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>
                          <a:latin typeface="Consolas" panose="020B0609020204030204" pitchFamily="49" charset="0"/>
                        </a:rPr>
                        <a:t>0x5B &amp; 0xB5</a:t>
                      </a:r>
                    </a:p>
                    <a:p>
                      <a:r>
                        <a:rPr lang="fr-CA" dirty="0">
                          <a:latin typeface="Consolas" panose="020B0609020204030204" pitchFamily="49" charset="0"/>
                        </a:rPr>
                        <a:t>= 0x11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>
                          <a:latin typeface="Consolas" panose="020B0609020204030204" pitchFamily="49" charset="0"/>
                        </a:rPr>
                        <a:t>0101 1011 &amp; 1011 0101</a:t>
                      </a:r>
                    </a:p>
                    <a:p>
                      <a:r>
                        <a:rPr lang="fr-CA" dirty="0">
                          <a:latin typeface="Consolas" panose="020B0609020204030204" pitchFamily="49" charset="0"/>
                        </a:rPr>
                        <a:t>= 0001 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2407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« ou » binaire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>
                          <a:latin typeface="Consolas" panose="020B0609020204030204" pitchFamily="49" charset="0"/>
                        </a:rPr>
                        <a:t>0x5B &amp; 0xB5</a:t>
                      </a:r>
                    </a:p>
                    <a:p>
                      <a:r>
                        <a:rPr lang="fr-CA" dirty="0">
                          <a:latin typeface="Consolas" panose="020B0609020204030204" pitchFamily="49" charset="0"/>
                        </a:rPr>
                        <a:t>= 0xFF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>
                          <a:latin typeface="Consolas" panose="020B0609020204030204" pitchFamily="49" charset="0"/>
                        </a:rPr>
                        <a:t>0101 1011 | 1011 0101</a:t>
                      </a:r>
                    </a:p>
                    <a:p>
                      <a:r>
                        <a:rPr lang="fr-CA" dirty="0">
                          <a:latin typeface="Consolas" panose="020B0609020204030204" pitchFamily="49" charset="0"/>
                        </a:rPr>
                        <a:t>= 1111 1111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6772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~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Négation binaire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/>
                        <a:t>~</a:t>
                      </a:r>
                      <a:r>
                        <a:rPr lang="fr-CA" dirty="0">
                          <a:latin typeface="Consolas" panose="020B0609020204030204" pitchFamily="49" charset="0"/>
                        </a:rPr>
                        <a:t>0x5B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>
                          <a:latin typeface="Consolas" panose="020B0609020204030204" pitchFamily="49" charset="0"/>
                        </a:rPr>
                        <a:t>= 0xC4</a:t>
                      </a:r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>
                          <a:latin typeface="Consolas" panose="020B0609020204030204" pitchFamily="49" charset="0"/>
                        </a:rPr>
                        <a:t>~0101 1011</a:t>
                      </a:r>
                    </a:p>
                    <a:p>
                      <a:r>
                        <a:rPr lang="fr-CA" dirty="0">
                          <a:latin typeface="Consolas" panose="020B0609020204030204" pitchFamily="49" charset="0"/>
                        </a:rPr>
                        <a:t>= 1010 0100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700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&lt;&lt;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« shift » à gauche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>
                          <a:latin typeface="Consolas" panose="020B0609020204030204" pitchFamily="49" charset="0"/>
                        </a:rPr>
                        <a:t>0xF1 &lt;&lt; 3</a:t>
                      </a:r>
                    </a:p>
                    <a:p>
                      <a:r>
                        <a:rPr lang="fr-CA" dirty="0">
                          <a:latin typeface="Consolas" panose="020B0609020204030204" pitchFamily="49" charset="0"/>
                        </a:rPr>
                        <a:t>= 0x88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>
                          <a:latin typeface="Consolas" panose="020B0609020204030204" pitchFamily="49" charset="0"/>
                        </a:rPr>
                        <a:t>1111 0001 &lt;&lt; 3</a:t>
                      </a:r>
                    </a:p>
                    <a:p>
                      <a:r>
                        <a:rPr lang="fr-CA" dirty="0">
                          <a:latin typeface="Consolas" panose="020B0609020204030204" pitchFamily="49" charset="0"/>
                        </a:rPr>
                        <a:t>= 1000 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9736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&gt;&gt;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/>
                        <a:t>« shift » à droite, signé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>
                          <a:latin typeface="Consolas" panose="020B0609020204030204" pitchFamily="49" charset="0"/>
                        </a:rPr>
                        <a:t>0xF1 &gt;&gt; 3</a:t>
                      </a:r>
                    </a:p>
                    <a:p>
                      <a:r>
                        <a:rPr lang="fr-CA" dirty="0">
                          <a:latin typeface="Consolas" panose="020B0609020204030204" pitchFamily="49" charset="0"/>
                        </a:rPr>
                        <a:t>= 0xFE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>
                          <a:latin typeface="Consolas" panose="020B0609020204030204" pitchFamily="49" charset="0"/>
                        </a:rPr>
                        <a:t>1111 0001 &gt;&gt; 3</a:t>
                      </a:r>
                    </a:p>
                    <a:p>
                      <a:r>
                        <a:rPr lang="fr-CA" dirty="0">
                          <a:latin typeface="Consolas" panose="020B0609020204030204" pitchFamily="49" charset="0"/>
                        </a:rPr>
                        <a:t>= 1111 1110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4410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&gt;&gt;&gt;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/>
                        <a:t>« shift » à droite, non signé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>
                          <a:latin typeface="Consolas" panose="020B0609020204030204" pitchFamily="49" charset="0"/>
                        </a:rPr>
                        <a:t>0xF1 &gt;&gt;&gt; 3</a:t>
                      </a:r>
                    </a:p>
                    <a:p>
                      <a:r>
                        <a:rPr lang="fr-CA" dirty="0">
                          <a:latin typeface="Consolas" panose="020B0609020204030204" pitchFamily="49" charset="0"/>
                        </a:rPr>
                        <a:t>= 0xFE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>
                          <a:latin typeface="Consolas" panose="020B0609020204030204" pitchFamily="49" charset="0"/>
                        </a:rPr>
                        <a:t>1111 0001 &gt;&gt;&gt; 3</a:t>
                      </a:r>
                    </a:p>
                    <a:p>
                      <a:r>
                        <a:rPr lang="fr-CA" dirty="0">
                          <a:latin typeface="Consolas" panose="020B0609020204030204" pitchFamily="49" charset="0"/>
                        </a:rPr>
                        <a:t>= 0001 1110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4411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0422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BEFD98-37CC-47C5-8109-2EA840FB3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Isoler les octets d’un entier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74B9F6-A547-4FB2-90D8-04980D561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On utilise l’opérateur « &amp; » afin d’isoler l’octet qui nous intéresse.</a:t>
            </a:r>
          </a:p>
          <a:p>
            <a:r>
              <a:rPr lang="fr-CA" dirty="0"/>
              <a:t>Ensuite, on </a:t>
            </a:r>
            <a:r>
              <a:rPr lang="fr-CA" dirty="0" err="1"/>
              <a:t>bitshift</a:t>
            </a:r>
            <a:r>
              <a:rPr lang="fr-CA" dirty="0"/>
              <a:t> pour isoler les octets subséquents.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B613088-EF52-4099-B8F7-DC26BA61D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3869999"/>
            <a:ext cx="3772426" cy="111458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759F28B-5F35-41BB-A811-2BC22A67FF5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0687"/>
          <a:stretch/>
        </p:blipFill>
        <p:spPr>
          <a:xfrm>
            <a:off x="7495631" y="3869998"/>
            <a:ext cx="3896269" cy="1114581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1A0831EB-7845-4F84-9B5D-DAA099854E19}"/>
              </a:ext>
            </a:extLst>
          </p:cNvPr>
          <p:cNvSpPr txBox="1"/>
          <p:nvPr/>
        </p:nvSpPr>
        <p:spPr>
          <a:xfrm>
            <a:off x="5488897" y="4042567"/>
            <a:ext cx="109036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4400" b="1" u="sng" dirty="0"/>
              <a:t>OU</a:t>
            </a:r>
            <a:endParaRPr lang="fr-CA" sz="2400" b="1" u="sng" dirty="0"/>
          </a:p>
        </p:txBody>
      </p:sp>
    </p:spTree>
    <p:extLst>
      <p:ext uri="{BB962C8B-B14F-4D97-AF65-F5344CB8AC3E}">
        <p14:creationId xmlns:p14="http://schemas.microsoft.com/office/powerpoint/2010/main" val="3569798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8FD217-576A-4238-BED5-88C444F54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Exercice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891753-D44D-4C0D-B405-1E99F038A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Écrivez le code permettant de remplir le tableau « octets » de chacun des octets de val.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68D9E43-DEAC-41C4-9997-C8C310584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2948" y="3187116"/>
            <a:ext cx="3486637" cy="18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521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F656AF-34C0-435A-A189-A2C97C875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Écrire un tableau dans un fichier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A3F2D9-697C-403C-AB5F-8690FF681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En assumant que la méthode « </a:t>
            </a:r>
            <a:r>
              <a:rPr lang="fr-CA" dirty="0" err="1">
                <a:latin typeface="Consolas" panose="020B0609020204030204" pitchFamily="49" charset="0"/>
              </a:rPr>
              <a:t>void</a:t>
            </a:r>
            <a:r>
              <a:rPr lang="fr-CA" dirty="0">
                <a:latin typeface="Consolas" panose="020B0609020204030204" pitchFamily="49" charset="0"/>
              </a:rPr>
              <a:t> </a:t>
            </a:r>
            <a:r>
              <a:rPr lang="fr-CA" dirty="0" err="1">
                <a:latin typeface="Consolas" panose="020B0609020204030204" pitchFamily="49" charset="0"/>
              </a:rPr>
              <a:t>write</a:t>
            </a:r>
            <a:r>
              <a:rPr lang="fr-CA" dirty="0">
                <a:latin typeface="Consolas" panose="020B0609020204030204" pitchFamily="49" charset="0"/>
              </a:rPr>
              <a:t>(byte b) </a:t>
            </a:r>
            <a:r>
              <a:rPr lang="fr-CA" dirty="0"/>
              <a:t>» nous permet d’écrire un octet dans un fichier.</a:t>
            </a:r>
          </a:p>
          <a:p>
            <a:r>
              <a:rPr lang="fr-CA" sz="2800" b="1" dirty="0"/>
              <a:t>Qu’est-ce qu’on devrait faire pour y écrire le tableau « octets »?</a:t>
            </a:r>
          </a:p>
        </p:txBody>
      </p:sp>
    </p:spTree>
    <p:extLst>
      <p:ext uri="{BB962C8B-B14F-4D97-AF65-F5344CB8AC3E}">
        <p14:creationId xmlns:p14="http://schemas.microsoft.com/office/powerpoint/2010/main" val="40130218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391AC6-F6C7-4EB2-AF02-9790D9CC0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Lire un nombre d’un fichier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EACCC7-2049-4882-AB5D-E4F6141CA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93126"/>
            <a:ext cx="5980083" cy="3636088"/>
          </a:xfrm>
        </p:spPr>
        <p:txBody>
          <a:bodyPr/>
          <a:lstStyle/>
          <a:p>
            <a:r>
              <a:rPr lang="fr-CA" dirty="0"/>
              <a:t>En assumant que la méthode « </a:t>
            </a:r>
            <a:r>
              <a:rPr lang="fr-CA" dirty="0" err="1"/>
              <a:t>void</a:t>
            </a:r>
            <a:r>
              <a:rPr lang="fr-CA" dirty="0"/>
              <a:t> </a:t>
            </a:r>
            <a:r>
              <a:rPr lang="fr-CA" dirty="0" err="1"/>
              <a:t>read</a:t>
            </a:r>
            <a:r>
              <a:rPr lang="fr-CA" dirty="0"/>
              <a:t>(byte[] buffer) » remplisse le tableau qui lui est passé des prochains octets lus. </a:t>
            </a:r>
          </a:p>
          <a:p>
            <a:r>
              <a:rPr lang="fr-CA" dirty="0"/>
              <a:t>Et en assumant que les prochains octets lus proviennent d’un </a:t>
            </a:r>
            <a:r>
              <a:rPr lang="fr-CA" b="1" dirty="0" err="1">
                <a:latin typeface="Consolas" panose="020B0609020204030204" pitchFamily="49" charset="0"/>
              </a:rPr>
              <a:t>int</a:t>
            </a:r>
            <a:r>
              <a:rPr lang="fr-CA" dirty="0"/>
              <a:t> qu’on a écrit précédemment</a:t>
            </a:r>
          </a:p>
          <a:p>
            <a:r>
              <a:rPr lang="fr-CA" dirty="0"/>
              <a:t>Que devrions-nous faire pour « convertir » buffer en </a:t>
            </a:r>
            <a:r>
              <a:rPr lang="fr-CA" dirty="0" err="1"/>
              <a:t>int</a:t>
            </a:r>
            <a:r>
              <a:rPr lang="fr-CA" dirty="0"/>
              <a:t>?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43E5264-0F80-4DD1-8187-3E6195AEE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6384" y="2477541"/>
            <a:ext cx="3629532" cy="242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162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391AC6-F6C7-4EB2-AF02-9790D9CC0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Lire un nombre d’un fichier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EACCC7-2049-4882-AB5D-E4F6141CA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93126"/>
            <a:ext cx="10691265" cy="3636088"/>
          </a:xfrm>
        </p:spPr>
        <p:txBody>
          <a:bodyPr/>
          <a:lstStyle/>
          <a:p>
            <a:r>
              <a:rPr lang="fr-CA" dirty="0"/>
              <a:t>En utilisant l’algorithme précédent, quel entier on obtiendrait si on lisait les octets en rouge?</a:t>
            </a:r>
          </a:p>
        </p:txBody>
      </p:sp>
      <p:graphicFrame>
        <p:nvGraphicFramePr>
          <p:cNvPr id="4" name="Tableau 5">
            <a:extLst>
              <a:ext uri="{FF2B5EF4-FFF2-40B4-BE49-F238E27FC236}">
                <a16:creationId xmlns:a16="http://schemas.microsoft.com/office/drawing/2014/main" id="{12CC4B35-F662-4F8B-B1DD-AA2C1E2B63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1682986"/>
              </p:ext>
            </p:extLst>
          </p:nvPr>
        </p:nvGraphicFramePr>
        <p:xfrm>
          <a:off x="1982267" y="2828384"/>
          <a:ext cx="8128000" cy="2966720"/>
        </p:xfrm>
        <a:graphic>
          <a:graphicData uri="http://schemas.openxmlformats.org/drawingml/2006/table">
            <a:tbl>
              <a:tblPr bandRow="1">
                <a:tableStyleId>{616DA210-FB5B-4158-B5E0-FEB733F419BA}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313477954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3768077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81772058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9716071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19331051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5926892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56420763"/>
                    </a:ext>
                  </a:extLst>
                </a:gridCol>
                <a:gridCol w="826181">
                  <a:extLst>
                    <a:ext uri="{9D8B030D-6E8A-4147-A177-3AD203B41FA5}">
                      <a16:colId xmlns:a16="http://schemas.microsoft.com/office/drawing/2014/main" val="3147517657"/>
                    </a:ext>
                  </a:extLst>
                </a:gridCol>
                <a:gridCol w="799419">
                  <a:extLst>
                    <a:ext uri="{9D8B030D-6E8A-4147-A177-3AD203B41FA5}">
                      <a16:colId xmlns:a16="http://schemas.microsoft.com/office/drawing/2014/main" val="82113299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1173510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0x1D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0xFA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0xA4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0x98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0906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0x9A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0x9B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0xC5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0x7E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8133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0xA2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0x2A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0xBA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0xBE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0xEF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0x9B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0xC5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0xFF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5014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0xDF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0x9B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0xC5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0xB1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751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0x9B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0xC5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0xFF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1474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0x9B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0xC5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0x9A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0x9B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0xDD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0x1D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0xAA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8854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A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0xBE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0xEF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0xA2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0x2A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0xBA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0xAD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0x9B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0xC5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0xFF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6087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0xB1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0x9B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0xDD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>
                          <a:latin typeface="Consolas" panose="020B0609020204030204" pitchFamily="49" charset="0"/>
                        </a:rPr>
                        <a:t>0xCA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02856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36360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27FCB7-9827-4C50-87A9-CB36301D4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Boutisme!!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D3778E-8C7F-43F8-A6D8-D5CA963DB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C’est l’ordre dans lequel les octets qui composent un nombre sont écrits.</a:t>
            </a:r>
          </a:p>
          <a:p>
            <a:r>
              <a:rPr lang="fr-CA" dirty="0"/>
              <a:t>Petit boutisme : le premier octet qu’on écrit est le plus petit, le dernier le plus grand.</a:t>
            </a:r>
          </a:p>
          <a:p>
            <a:r>
              <a:rPr lang="fr-CA" dirty="0"/>
              <a:t>Gros boutisme : le premier octet qu’on écrit est le plus grand, le dernier le plus petit.</a:t>
            </a:r>
          </a:p>
          <a:p>
            <a:r>
              <a:rPr lang="fr-CA" dirty="0"/>
              <a:t>En anglais : </a:t>
            </a:r>
            <a:r>
              <a:rPr lang="fr-CA" dirty="0" err="1"/>
              <a:t>endianness</a:t>
            </a:r>
            <a:r>
              <a:rPr lang="fr-CA" dirty="0"/>
              <a:t>. </a:t>
            </a:r>
          </a:p>
          <a:p>
            <a:r>
              <a:rPr lang="fr-CA" dirty="0"/>
              <a:t>Voir « Big </a:t>
            </a:r>
            <a:r>
              <a:rPr lang="fr-CA" dirty="0" err="1"/>
              <a:t>Endian</a:t>
            </a:r>
            <a:r>
              <a:rPr lang="fr-CA" dirty="0"/>
              <a:t> » et « Little </a:t>
            </a:r>
            <a:r>
              <a:rPr lang="fr-CA" dirty="0" err="1"/>
              <a:t>Endian</a:t>
            </a:r>
            <a:r>
              <a:rPr lang="fr-CA"/>
              <a:t> »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565513099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AnalogousFromRegularSeedRightStep">
      <a:dk1>
        <a:srgbClr val="000000"/>
      </a:dk1>
      <a:lt1>
        <a:srgbClr val="FFFFFF"/>
      </a:lt1>
      <a:dk2>
        <a:srgbClr val="412824"/>
      </a:dk2>
      <a:lt2>
        <a:srgbClr val="E2E7E8"/>
      </a:lt2>
      <a:accent1>
        <a:srgbClr val="C35A4D"/>
      </a:accent1>
      <a:accent2>
        <a:srgbClr val="B1793B"/>
      </a:accent2>
      <a:accent3>
        <a:srgbClr val="ACA643"/>
      </a:accent3>
      <a:accent4>
        <a:srgbClr val="87B13B"/>
      </a:accent4>
      <a:accent5>
        <a:srgbClr val="60B547"/>
      </a:accent5>
      <a:accent6>
        <a:srgbClr val="3BB152"/>
      </a:accent6>
      <a:hlink>
        <a:srgbClr val="338F9B"/>
      </a:hlink>
      <a:folHlink>
        <a:srgbClr val="7F7F7F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2775</TotalTime>
  <Words>824</Words>
  <Application>Microsoft Office PowerPoint</Application>
  <PresentationFormat>Grand écran</PresentationFormat>
  <Paragraphs>276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Arial</vt:lpstr>
      <vt:lpstr>Calisto MT</vt:lpstr>
      <vt:lpstr>Consolas</vt:lpstr>
      <vt:lpstr>Univers Condensed</vt:lpstr>
      <vt:lpstr>ChronicleVTI</vt:lpstr>
      <vt:lpstr>Lecture et écriture binaire</vt:lpstr>
      <vt:lpstr>Représentation binaire Des nombres</vt:lpstr>
      <vt:lpstr>Représentation binaire Des nombres</vt:lpstr>
      <vt:lpstr>Représentation du texte</vt:lpstr>
      <vt:lpstr>Table ASCII</vt:lpstr>
      <vt:lpstr>Lire un nombre d’un fichier</vt:lpstr>
      <vt:lpstr>Opérations sur les bits</vt:lpstr>
      <vt:lpstr>Opérations sur les bits</vt:lpstr>
      <vt:lpstr>Isoler les octets d’un entier</vt:lpstr>
      <vt:lpstr>Exercice</vt:lpstr>
      <vt:lpstr>Écrire un tableau dans un fichier</vt:lpstr>
      <vt:lpstr>Lire un nombre d’un fichier</vt:lpstr>
      <vt:lpstr>Lire un nombre d’un fichier</vt:lpstr>
      <vt:lpstr>Boutisme!!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Retour sur orienté objet</dc:title>
  <dc:creator>Guillaume Courtemanche</dc:creator>
  <cp:lastModifiedBy>Guillaume Courtemanche</cp:lastModifiedBy>
  <cp:revision>2</cp:revision>
  <dcterms:created xsi:type="dcterms:W3CDTF">2021-07-13T16:49:43Z</dcterms:created>
  <dcterms:modified xsi:type="dcterms:W3CDTF">2021-10-12T12:08:39Z</dcterms:modified>
</cp:coreProperties>
</file>